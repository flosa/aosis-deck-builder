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4"/>
    <p:sldMasterId id="2147483738" r:id="rId5"/>
  </p:sldMasterIdLst>
  <p:notesMasterIdLst>
    <p:notesMasterId r:id="rId23"/>
  </p:notesMasterIdLst>
  <p:handoutMasterIdLst>
    <p:handoutMasterId r:id="rId24"/>
  </p:handout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4" r:id="rId29"/>
    <p:sldId id="273" r:id="rId22"/>
  </p:sldIdLst>
  <p:sldSz cx="9144000" cy="5143500" type="screen16x9"/>
  <p:notesSz cx="6858000" cy="9144000"/>
  <p:defaultTextStyle>
    <a:defPPr>
      <a:defRPr lang="fr-FR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pos="5602" userDrawn="1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1948"/>
    <a:srgbClr val="F9B300"/>
    <a:srgbClr val="3D2E86"/>
    <a:srgbClr val="FFBC4F"/>
    <a:srgbClr val="E84E24"/>
    <a:srgbClr val="FFA000"/>
    <a:srgbClr val="F08B70"/>
    <a:srgbClr val="F6B9A8"/>
    <a:srgbClr val="F87F15"/>
    <a:srgbClr val="FBE4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44" autoAdjust="0"/>
    <p:restoredTop sz="94552" autoAdjust="0"/>
  </p:normalViewPr>
  <p:slideViewPr>
    <p:cSldViewPr snapToGrid="0">
      <p:cViewPr varScale="1">
        <p:scale>
          <a:sx n="120" d="100"/>
          <a:sy n="120" d="100"/>
        </p:scale>
        <p:origin x="156" y="270"/>
      </p:cViewPr>
      <p:guideLst>
        <p:guide pos="2880"/>
        <p:guide pos="5602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6FF3E0F6-CF67-DB79-C995-02BCC865B2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A382D2E-C84F-0383-0747-EB9C1EEAF6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88E761-A95B-4159-AB6A-AC2D79C695AC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4ACA4E1-DED9-5FA5-CB4A-0E7774A97F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7C7B146-5464-2C59-C59C-CAF4CE48D1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B5FBD4-900D-46A9-8BF0-9E23477887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23590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57D7B-C2A5-41A1-BCDA-F65B24BE838D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D816A-FFB0-4600-A5E1-9CD4DE278A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9923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4D816A-FFB0-4600-A5E1-9CD4DE278A50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16599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file://localhost/Users/Franck/Desktop/AOSIS2019%20logo%20ne%CC%81gatif%20Q.png" TargetMode="External"/><Relationship Id="rId4" Type="http://schemas.openxmlformats.org/officeDocument/2006/relationships/hyperlink" Target="http://www.aosis.net/" TargetMode="External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701C2F9-5680-8789-5540-E33E21D9D526}"/>
              </a:ext>
            </a:extLst>
          </p:cNvPr>
          <p:cNvSpPr/>
          <p:nvPr userDrawn="1"/>
        </p:nvSpPr>
        <p:spPr>
          <a:xfrm>
            <a:off x="2" y="4327382"/>
            <a:ext cx="915213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Arial"/>
                <a:cs typeface="Arial"/>
              </a:rPr>
              <a:t>EXPERTS BUSINESS INTELLIGENCE /  DATA SCIENCE / BIG DATA</a:t>
            </a:r>
          </a:p>
          <a:p>
            <a:pPr algn="ctr"/>
            <a:r>
              <a:rPr lang="fr-FR" sz="1100" b="1" dirty="0">
                <a:solidFill>
                  <a:schemeClr val="bg1"/>
                </a:solidFill>
                <a:latin typeface="Arial"/>
                <a:cs typeface="Arial"/>
              </a:rPr>
              <a:t>DATA MANAGEMENT ET DATA GOVERNANCE</a:t>
            </a:r>
          </a:p>
        </p:txBody>
      </p:sp>
      <p:sp>
        <p:nvSpPr>
          <p:cNvPr id="10" name="Parallélogramme 9">
            <a:extLst>
              <a:ext uri="{FF2B5EF4-FFF2-40B4-BE49-F238E27FC236}">
                <a16:creationId xmlns:a16="http://schemas.microsoft.com/office/drawing/2014/main" id="{9D5E1C56-7582-8B66-A71A-F65B4E26C4CC}"/>
              </a:ext>
            </a:extLst>
          </p:cNvPr>
          <p:cNvSpPr/>
          <p:nvPr userDrawn="1"/>
        </p:nvSpPr>
        <p:spPr>
          <a:xfrm>
            <a:off x="7277453" y="251669"/>
            <a:ext cx="1908495" cy="883716"/>
          </a:xfrm>
          <a:prstGeom prst="parallelogram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45720" rIns="91440" bIns="45720" rtlCol="0" anchor="ctr"/>
          <a:lstStyle/>
          <a:p>
            <a:endParaRPr lang="fr-FR" sz="1200" b="1" dirty="0">
              <a:solidFill>
                <a:schemeClr val="bg1"/>
              </a:solidFill>
              <a:cs typeface="Arial"/>
            </a:endParaRPr>
          </a:p>
        </p:txBody>
      </p:sp>
      <p:pic>
        <p:nvPicPr>
          <p:cNvPr id="12" name="logo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904E9D69-DE6F-54B2-A4EB-8841E2F602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9" t="25752" r="7975" b="31241"/>
          <a:stretch/>
        </p:blipFill>
        <p:spPr>
          <a:xfrm>
            <a:off x="262217" y="217804"/>
            <a:ext cx="1207538" cy="598313"/>
          </a:xfrm>
          <a:prstGeom prst="rect">
            <a:avLst/>
          </a:prstGeom>
        </p:spPr>
      </p:pic>
      <p:sp>
        <p:nvSpPr>
          <p:cNvPr id="13" name="Titre 12">
            <a:extLst>
              <a:ext uri="{FF2B5EF4-FFF2-40B4-BE49-F238E27FC236}">
                <a16:creationId xmlns:a16="http://schemas.microsoft.com/office/drawing/2014/main" id="{B2521827-AB28-9E5C-52FC-144D7D1FA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800" y="2256750"/>
            <a:ext cx="6800400" cy="630000"/>
          </a:xfrm>
          <a:prstGeom prst="rect">
            <a:avLst/>
          </a:prstGeom>
          <a:ln>
            <a:noFill/>
          </a:ln>
        </p:spPr>
        <p:txBody>
          <a:bodyPr/>
          <a:lstStyle>
            <a:lvl1pPr algn="ctr">
              <a:defRPr lang="fr-FR" sz="3000" b="1" u="none" kern="1200" dirty="0">
                <a:solidFill>
                  <a:schemeClr val="bg1"/>
                </a:solidFill>
                <a:latin typeface="Arial Bold"/>
                <a:ea typeface="+mn-ea"/>
                <a:cs typeface="+mn-cs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20" name="Date">
            <a:extLst>
              <a:ext uri="{FF2B5EF4-FFF2-40B4-BE49-F238E27FC236}">
                <a16:creationId xmlns:a16="http://schemas.microsoft.com/office/drawing/2014/main" id="{BAA522AB-600E-90A1-5CFC-668623C780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76251" y="568837"/>
            <a:ext cx="991897" cy="249379"/>
          </a:xfrm>
          <a:prstGeom prst="rect">
            <a:avLst/>
          </a:prstGeom>
        </p:spPr>
        <p:txBody>
          <a:bodyPr/>
          <a:lstStyle>
            <a:lvl1pPr>
              <a:buNone/>
              <a:defRPr lang="fr-FR" sz="12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 dirty="0"/>
              <a:t>&lt;date&gt;</a:t>
            </a:r>
          </a:p>
        </p:txBody>
      </p:sp>
    </p:spTree>
    <p:extLst>
      <p:ext uri="{BB962C8B-B14F-4D97-AF65-F5344CB8AC3E}">
        <p14:creationId xmlns:p14="http://schemas.microsoft.com/office/powerpoint/2010/main" val="1023782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_Section_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AA9D3E25-3EEF-68CA-CC4A-73F214F20C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9" t="25752" r="7975" b="31241"/>
          <a:stretch/>
        </p:blipFill>
        <p:spPr>
          <a:xfrm>
            <a:off x="3968231" y="4539576"/>
            <a:ext cx="1207538" cy="598313"/>
          </a:xfrm>
          <a:prstGeom prst="rect">
            <a:avLst/>
          </a:prstGeom>
        </p:spPr>
      </p:pic>
      <p:sp>
        <p:nvSpPr>
          <p:cNvPr id="4" name="Image">
            <a:extLst>
              <a:ext uri="{FF2B5EF4-FFF2-40B4-BE49-F238E27FC236}">
                <a16:creationId xmlns:a16="http://schemas.microsoft.com/office/drawing/2014/main" id="{6EF27B33-1E90-58BA-DC21-943B7B9C85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52864" y="-8617"/>
            <a:ext cx="5299662" cy="5152118"/>
          </a:xfrm>
          <a:custGeom>
            <a:avLst/>
            <a:gdLst>
              <a:gd name="connsiteX0" fmla="*/ 0 w 5291137"/>
              <a:gd name="connsiteY0" fmla="*/ 0 h 4670425"/>
              <a:gd name="connsiteX1" fmla="*/ 5291137 w 5291137"/>
              <a:gd name="connsiteY1" fmla="*/ 0 h 4670425"/>
              <a:gd name="connsiteX2" fmla="*/ 5291137 w 5291137"/>
              <a:gd name="connsiteY2" fmla="*/ 4670425 h 4670425"/>
              <a:gd name="connsiteX3" fmla="*/ 0 w 5291137"/>
              <a:gd name="connsiteY3" fmla="*/ 4670425 h 4670425"/>
              <a:gd name="connsiteX4" fmla="*/ 0 w 5291137"/>
              <a:gd name="connsiteY4" fmla="*/ 0 h 4670425"/>
              <a:gd name="connsiteX0" fmla="*/ 693964 w 5291137"/>
              <a:gd name="connsiteY0" fmla="*/ 138793 h 4670425"/>
              <a:gd name="connsiteX1" fmla="*/ 5291137 w 5291137"/>
              <a:gd name="connsiteY1" fmla="*/ 0 h 4670425"/>
              <a:gd name="connsiteX2" fmla="*/ 5291137 w 5291137"/>
              <a:gd name="connsiteY2" fmla="*/ 4670425 h 4670425"/>
              <a:gd name="connsiteX3" fmla="*/ 0 w 5291137"/>
              <a:gd name="connsiteY3" fmla="*/ 4670425 h 4670425"/>
              <a:gd name="connsiteX4" fmla="*/ 693964 w 5291137"/>
              <a:gd name="connsiteY4" fmla="*/ 138793 h 4670425"/>
              <a:gd name="connsiteX0" fmla="*/ 669472 w 5291137"/>
              <a:gd name="connsiteY0" fmla="*/ 530679 h 4670425"/>
              <a:gd name="connsiteX1" fmla="*/ 5291137 w 5291137"/>
              <a:gd name="connsiteY1" fmla="*/ 0 h 4670425"/>
              <a:gd name="connsiteX2" fmla="*/ 5291137 w 5291137"/>
              <a:gd name="connsiteY2" fmla="*/ 4670425 h 4670425"/>
              <a:gd name="connsiteX3" fmla="*/ 0 w 5291137"/>
              <a:gd name="connsiteY3" fmla="*/ 4670425 h 4670425"/>
              <a:gd name="connsiteX4" fmla="*/ 669472 w 5291137"/>
              <a:gd name="connsiteY4" fmla="*/ 530679 h 4670425"/>
              <a:gd name="connsiteX0" fmla="*/ 669472 w 5291137"/>
              <a:gd name="connsiteY0" fmla="*/ 236764 h 4376510"/>
              <a:gd name="connsiteX1" fmla="*/ 5282973 w 5291137"/>
              <a:gd name="connsiteY1" fmla="*/ 0 h 4376510"/>
              <a:gd name="connsiteX2" fmla="*/ 5291137 w 5291137"/>
              <a:gd name="connsiteY2" fmla="*/ 4376510 h 4376510"/>
              <a:gd name="connsiteX3" fmla="*/ 0 w 5291137"/>
              <a:gd name="connsiteY3" fmla="*/ 4376510 h 4376510"/>
              <a:gd name="connsiteX4" fmla="*/ 669472 w 5291137"/>
              <a:gd name="connsiteY4" fmla="*/ 236764 h 4376510"/>
              <a:gd name="connsiteX0" fmla="*/ 898072 w 5291137"/>
              <a:gd name="connsiteY0" fmla="*/ 0 h 5152118"/>
              <a:gd name="connsiteX1" fmla="*/ 5282973 w 5291137"/>
              <a:gd name="connsiteY1" fmla="*/ 775608 h 5152118"/>
              <a:gd name="connsiteX2" fmla="*/ 5291137 w 5291137"/>
              <a:gd name="connsiteY2" fmla="*/ 5152118 h 5152118"/>
              <a:gd name="connsiteX3" fmla="*/ 0 w 5291137"/>
              <a:gd name="connsiteY3" fmla="*/ 5152118 h 5152118"/>
              <a:gd name="connsiteX4" fmla="*/ 898072 w 5291137"/>
              <a:gd name="connsiteY4" fmla="*/ 0 h 5152118"/>
              <a:gd name="connsiteX0" fmla="*/ 898072 w 5299662"/>
              <a:gd name="connsiteY0" fmla="*/ 0 h 5152118"/>
              <a:gd name="connsiteX1" fmla="*/ 5299301 w 5299662"/>
              <a:gd name="connsiteY1" fmla="*/ 8165 h 5152118"/>
              <a:gd name="connsiteX2" fmla="*/ 5291137 w 5299662"/>
              <a:gd name="connsiteY2" fmla="*/ 5152118 h 5152118"/>
              <a:gd name="connsiteX3" fmla="*/ 0 w 5299662"/>
              <a:gd name="connsiteY3" fmla="*/ 5152118 h 5152118"/>
              <a:gd name="connsiteX4" fmla="*/ 898072 w 5299662"/>
              <a:gd name="connsiteY4" fmla="*/ 0 h 51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9662" h="5152118">
                <a:moveTo>
                  <a:pt x="898072" y="0"/>
                </a:moveTo>
                <a:lnTo>
                  <a:pt x="5299301" y="8165"/>
                </a:lnTo>
                <a:cubicBezTo>
                  <a:pt x="5302022" y="1467002"/>
                  <a:pt x="5288416" y="3693281"/>
                  <a:pt x="5291137" y="5152118"/>
                </a:cubicBezTo>
                <a:lnTo>
                  <a:pt x="0" y="5152118"/>
                </a:lnTo>
                <a:lnTo>
                  <a:pt x="898072" y="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AEFB36-72C6-2615-BA6C-02F6AE9B1F51}"/>
              </a:ext>
            </a:extLst>
          </p:cNvPr>
          <p:cNvSpPr/>
          <p:nvPr userDrawn="1"/>
        </p:nvSpPr>
        <p:spPr>
          <a:xfrm>
            <a:off x="8531415" y="4732305"/>
            <a:ext cx="612585" cy="30777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7" name="Google Shape;235;p30">
            <a:extLst>
              <a:ext uri="{FF2B5EF4-FFF2-40B4-BE49-F238E27FC236}">
                <a16:creationId xmlns:a16="http://schemas.microsoft.com/office/drawing/2014/main" id="{71F67E82-4B35-A97D-416F-AC6CD77818B5}"/>
              </a:ext>
            </a:extLst>
          </p:cNvPr>
          <p:cNvSpPr txBox="1"/>
          <p:nvPr userDrawn="1"/>
        </p:nvSpPr>
        <p:spPr>
          <a:xfrm>
            <a:off x="8531413" y="4749270"/>
            <a:ext cx="559599" cy="2738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4" tIns="45701" rIns="91424" bIns="45701" anchor="ctr" anchorCtr="0" compatLnSpc="1">
            <a:noAutofit/>
          </a:bodyPr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2C96B01-E2BE-4A9A-A9E8-8BBECDBDAFCC}" type="slidenum">
              <a:rPr kumimoji="0" sz="105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‹N°›</a:t>
            </a:fld>
            <a:endParaRPr kumimoji="0" lang="fr-FR" sz="1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/>
              <a:ea typeface="Arial"/>
              <a:cs typeface="Arial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999591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OSIS2019 logo négatif Q.png" descr="/Users/Franck/Desktop/AOSIS2019 logo négatif Q.png">
            <a:extLst>
              <a:ext uri="{FF2B5EF4-FFF2-40B4-BE49-F238E27FC236}">
                <a16:creationId xmlns:a16="http://schemas.microsoft.com/office/drawing/2014/main" id="{43701009-E68B-2D70-2C0C-3328A9F2C654}"/>
              </a:ext>
            </a:extLst>
          </p:cNvPr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3304758" y="1643672"/>
            <a:ext cx="2463425" cy="1119414"/>
          </a:xfrm>
          <a:prstGeom prst="rect">
            <a:avLst/>
          </a:prstGeom>
        </p:spPr>
      </p:pic>
      <p:sp>
        <p:nvSpPr>
          <p:cNvPr id="8" name="Rectangle 7">
            <a:hlinkClick r:id="rId4"/>
            <a:extLst>
              <a:ext uri="{FF2B5EF4-FFF2-40B4-BE49-F238E27FC236}">
                <a16:creationId xmlns:a16="http://schemas.microsoft.com/office/drawing/2014/main" id="{F3FF020F-25A5-6A77-CFF9-7CCA05847370}"/>
              </a:ext>
            </a:extLst>
          </p:cNvPr>
          <p:cNvSpPr/>
          <p:nvPr userDrawn="1"/>
        </p:nvSpPr>
        <p:spPr>
          <a:xfrm>
            <a:off x="2454220" y="2828872"/>
            <a:ext cx="39725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178"/>
            <a:r>
              <a:rPr lang="fr-FR" sz="2000" b="1" i="1" dirty="0">
                <a:solidFill>
                  <a:srgbClr val="FC540C"/>
                </a:solidFill>
                <a:latin typeface="Arial"/>
                <a:cs typeface="Arial"/>
              </a:rPr>
              <a:t>www.aosis.net</a:t>
            </a:r>
            <a:endParaRPr lang="fr-FR" sz="3600" b="1" i="1" dirty="0">
              <a:solidFill>
                <a:srgbClr val="FC540C"/>
              </a:solidFill>
              <a:latin typeface="Arial"/>
              <a:cs typeface="Arial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87CE6A4-C943-4C6D-09B4-1F426D290135}"/>
              </a:ext>
            </a:extLst>
          </p:cNvPr>
          <p:cNvSpPr txBox="1"/>
          <p:nvPr userDrawn="1"/>
        </p:nvSpPr>
        <p:spPr>
          <a:xfrm>
            <a:off x="3" y="4722709"/>
            <a:ext cx="9143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78"/>
            <a:r>
              <a:rPr lang="fr-FR" sz="1200" b="1" cap="all" spc="600" dirty="0">
                <a:solidFill>
                  <a:prstClr val="white"/>
                </a:solidFill>
                <a:latin typeface="Arial"/>
                <a:cs typeface="Arial"/>
              </a:rPr>
              <a:t>Paris - Lyon - Toulouse - AIX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E6ECDE3-BE06-3B9D-AF68-E1C9FB6C46F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405643" y="2874987"/>
            <a:ext cx="353995" cy="35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05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2687E7F7-D347-66DB-971B-4E235280E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55EB1795-3849-DFCB-9468-F451AFAD40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2250" y="735670"/>
            <a:ext cx="8647113" cy="3791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14554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2687E7F7-D347-66DB-971B-4E235280E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E5EA2CD-E8D1-E752-E8E4-825824924B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2250" y="728663"/>
            <a:ext cx="8669338" cy="3768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44591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file://localhost/Users/Franck/Desktop/AOSIS2019%20Picto%20Q%20Bleu%20fonce%CC%81.png" TargetMode="Externa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2.xml"/><Relationship Id="rId4" Type="http://schemas.openxmlformats.org/officeDocument/2006/relationships/image" Target="../media/image6.png"/><Relationship Id="rId5" Type="http://schemas.openxmlformats.org/officeDocument/2006/relationships/image" Target="file://localhost/Volumes/Travaux/CLIENTS%20EN%20COURS/AOSIS/AOSIS19_Plaquette%20commerciale%20slide/IMAGES/AOSIS2019%20Picto%20RVB%20150dpi.png" TargetMode="External"/><Relationship Id="rId6" Type="http://schemas.openxmlformats.org/officeDocument/2006/relationships/image" Target="../media/image7.png"/><Relationship Id="rId7" Type="http://schemas.openxmlformats.org/officeDocument/2006/relationships/image" Target="file://localhost/Volumes/Travaux/CLIENTS%20EN%20COURS/AOSIS/AOSIS19_Plaquette%20commerciale%20slide/IMAGES/AOSIS2019%20logo%20RVB%20150dpi.png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048D9661-8586-FC3B-5B9D-D4FE59DFFB0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" y="0"/>
            <a:ext cx="9152140" cy="5166000"/>
          </a:xfrm>
          <a:prstGeom prst="rect">
            <a:avLst/>
          </a:prstGeom>
          <a:solidFill>
            <a:srgbClr val="000824"/>
          </a:solidFill>
        </p:spPr>
      </p:pic>
      <p:pic>
        <p:nvPicPr>
          <p:cNvPr id="7" name="AOSIS2019 Picto Q Bleu foncé.png" descr="/Users/Franck/Desktop/AOSIS2019 Picto Q Bleu foncé.png">
            <a:extLst>
              <a:ext uri="{FF2B5EF4-FFF2-40B4-BE49-F238E27FC236}">
                <a16:creationId xmlns:a16="http://schemas.microsoft.com/office/drawing/2014/main" id="{02790901-3839-158F-7C78-699CB0514D5D}"/>
              </a:ext>
            </a:extLst>
          </p:cNvPr>
          <p:cNvPicPr>
            <a:picLocks noChangeAspect="1"/>
          </p:cNvPicPr>
          <p:nvPr userDrawn="1"/>
        </p:nvPicPr>
        <p:blipFill>
          <a:blip r:embed="rId6" r:link="rId7">
            <a:alphaModFix amt="49000"/>
          </a:blip>
          <a:srcRect t="14203" b="14203"/>
          <a:stretch>
            <a:fillRect/>
          </a:stretch>
        </p:blipFill>
        <p:spPr>
          <a:xfrm>
            <a:off x="874177" y="0"/>
            <a:ext cx="7403792" cy="51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68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1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4">
            <a:extLst>
              <a:ext uri="{FF2B5EF4-FFF2-40B4-BE49-F238E27FC236}">
                <a16:creationId xmlns:a16="http://schemas.microsoft.com/office/drawing/2014/main" id="{8DE3191F-F74B-BA7E-57C2-30C54ED0D8B0}"/>
              </a:ext>
            </a:extLst>
          </p:cNvPr>
          <p:cNvSpPr/>
          <p:nvPr userDrawn="1"/>
        </p:nvSpPr>
        <p:spPr>
          <a:xfrm rot="10800000" flipH="1" flipV="1">
            <a:off x="-57" y="4654710"/>
            <a:ext cx="9144056" cy="48878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381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4">
            <a:extLst>
              <a:ext uri="{FF2B5EF4-FFF2-40B4-BE49-F238E27FC236}">
                <a16:creationId xmlns:a16="http://schemas.microsoft.com/office/drawing/2014/main" id="{443FB048-F771-9684-846E-1FD9B78B9DAD}"/>
              </a:ext>
            </a:extLst>
          </p:cNvPr>
          <p:cNvSpPr/>
          <p:nvPr userDrawn="1"/>
        </p:nvSpPr>
        <p:spPr>
          <a:xfrm flipH="1" flipV="1">
            <a:off x="-327" y="525"/>
            <a:ext cx="9144326" cy="60259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AOSIS2019 Picto RVB 150dpi.png" descr="/Users/Franck/Desktop/AOSIS2019 Picto RVB 150dpi.png">
            <a:extLst>
              <a:ext uri="{FF2B5EF4-FFF2-40B4-BE49-F238E27FC236}">
                <a16:creationId xmlns:a16="http://schemas.microsoft.com/office/drawing/2014/main" id="{FB31472A-74D9-E6D8-6D1C-28BD329781D9}"/>
              </a:ext>
            </a:extLst>
          </p:cNvPr>
          <p:cNvPicPr>
            <a:picLocks noChangeAspect="1"/>
          </p:cNvPicPr>
          <p:nvPr userDrawn="1"/>
        </p:nvPicPr>
        <p:blipFill>
          <a:blip r:embed="rId4" r:link="rId5"/>
          <a:srcRect l="57855" t="-763" b="-1825"/>
          <a:stretch>
            <a:fillRect/>
          </a:stretch>
        </p:blipFill>
        <p:spPr>
          <a:xfrm>
            <a:off x="-7771" y="97889"/>
            <a:ext cx="171919" cy="407861"/>
          </a:xfrm>
          <a:prstGeom prst="rect">
            <a:avLst/>
          </a:prstGeom>
        </p:spPr>
      </p:pic>
      <p:sp>
        <p:nvSpPr>
          <p:cNvPr id="10" name="Espace réservé du titre 9">
            <a:extLst>
              <a:ext uri="{FF2B5EF4-FFF2-40B4-BE49-F238E27FC236}">
                <a16:creationId xmlns:a16="http://schemas.microsoft.com/office/drawing/2014/main" id="{C5091B95-2BD7-C384-458E-EE3CA059C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699" y="171901"/>
            <a:ext cx="8668273" cy="2598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</a:p>
        </p:txBody>
      </p:sp>
      <p:pic>
        <p:nvPicPr>
          <p:cNvPr id="11" name="AOSIS2019 logo RVB 150dpi.png" descr="/Users/Franck/Desktop/AOSIS2019 logo RVB 150dpi.png">
            <a:extLst>
              <a:ext uri="{FF2B5EF4-FFF2-40B4-BE49-F238E27FC236}">
                <a16:creationId xmlns:a16="http://schemas.microsoft.com/office/drawing/2014/main" id="{815998CD-1A3D-7C4C-0F9A-4150512DE59E}"/>
              </a:ext>
            </a:extLst>
          </p:cNvPr>
          <p:cNvPicPr>
            <a:picLocks noChangeAspect="1"/>
          </p:cNvPicPr>
          <p:nvPr userDrawn="1"/>
        </p:nvPicPr>
        <p:blipFill>
          <a:blip r:embed="rId6" r:link="rId7"/>
          <a:srcRect b="16409"/>
          <a:stretch>
            <a:fillRect/>
          </a:stretch>
        </p:blipFill>
        <p:spPr>
          <a:xfrm>
            <a:off x="7741398" y="4772431"/>
            <a:ext cx="598407" cy="22752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9F843BE-6523-641C-323C-87A04F430760}"/>
              </a:ext>
            </a:extLst>
          </p:cNvPr>
          <p:cNvSpPr/>
          <p:nvPr userDrawn="1"/>
        </p:nvSpPr>
        <p:spPr>
          <a:xfrm>
            <a:off x="8531415" y="4732305"/>
            <a:ext cx="612585" cy="30777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3" name="Google Shape;235;p30">
            <a:extLst>
              <a:ext uri="{FF2B5EF4-FFF2-40B4-BE49-F238E27FC236}">
                <a16:creationId xmlns:a16="http://schemas.microsoft.com/office/drawing/2014/main" id="{C8F4E504-6304-B9F8-E851-0B4F0017EE50}"/>
              </a:ext>
            </a:extLst>
          </p:cNvPr>
          <p:cNvSpPr txBox="1"/>
          <p:nvPr userDrawn="1"/>
        </p:nvSpPr>
        <p:spPr>
          <a:xfrm>
            <a:off x="8531413" y="4749270"/>
            <a:ext cx="559599" cy="2738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4" tIns="45701" rIns="91424" bIns="45701" anchor="ctr" anchorCtr="0" compatLnSpc="1">
            <a:noAutofit/>
          </a:bodyPr>
          <a:lstStyle/>
          <a:p>
            <a:pPr marL="0" marR="0" lvl="0" indent="0" algn="ctr" defTabSz="685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2C96B01-E2BE-4A9A-A9E8-8BBECDBDAFCC}" type="slidenum">
              <a:rPr kumimoji="0" sz="105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‹N°›</a:t>
            </a:fld>
            <a:endParaRPr kumimoji="0" lang="fr-FR" sz="1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/>
              <a:ea typeface="Arial"/>
              <a:cs typeface="Arial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427313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{{SUBTITLE}}"/>
          <p:cNvSpPr/>
          <p:nvPr/>
        </p:nvSpPr>
        <p:spPr>
          <a:xfrm>
            <a:off x="-8139" y="3509751"/>
            <a:ext cx="91521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600" b="1" dirty="0">
                <a:solidFill>
                  <a:schemeClr val="bg1"/>
                </a:solidFill>
                <a:latin typeface="Arial"/>
                <a:cs typeface="Arial"/>
              </a:rPr>
              <a:t>Description</a:t>
            </a:r>
          </a:p>
        </p:txBody>
      </p:sp>
      <p:sp>
        <p:nvSpPr>
          <p:cNvPr id="4" name="{{REF}}">
            <a:extLst>
              <a:ext uri="{FF2B5EF4-FFF2-40B4-BE49-F238E27FC236}">
                <a16:creationId xmlns:a16="http://schemas.microsoft.com/office/drawing/2014/main" id="{5DD66620-62C9-4D9D-B4A6-22EC9DFE5261}"/>
              </a:ext>
            </a:extLst>
          </p:cNvPr>
          <p:cNvSpPr/>
          <p:nvPr/>
        </p:nvSpPr>
        <p:spPr>
          <a:xfrm>
            <a:off x="7277453" y="251669"/>
            <a:ext cx="1908495" cy="883716"/>
          </a:xfrm>
          <a:prstGeom prst="parallelogram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45720" rIns="91440" bIns="45720" rtlCol="0" anchor="ctr"/>
          <a:lstStyle/>
          <a:p>
            <a:r>
              <a:rPr lang="fr-FR" sz="1400" b="1" dirty="0">
                <a:solidFill>
                  <a:schemeClr val="bg1"/>
                </a:solidFill>
              </a:rPr>
              <a:t>17/12/2025</a:t>
            </a:r>
            <a:endParaRPr lang="fr-FR" sz="1400" b="1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3" name="{{TITLE}}">
            <a:extLst>
              <a:ext uri="{FF2B5EF4-FFF2-40B4-BE49-F238E27FC236}">
                <a16:creationId xmlns:a16="http://schemas.microsoft.com/office/drawing/2014/main" id="{F5460BB5-4E8C-49FF-5301-DEEE3BA5C4E2}"/>
              </a:ext>
            </a:extLst>
          </p:cNvPr>
          <p:cNvSpPr txBox="1"/>
          <p:nvPr/>
        </p:nvSpPr>
        <p:spPr>
          <a:xfrm>
            <a:off x="1171303" y="1784970"/>
            <a:ext cx="68013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u="sng" dirty="0">
                <a:solidFill>
                  <a:schemeClr val="bg1"/>
                </a:solidFill>
              </a:rPr>
              <a:t>Titre</a:t>
            </a:r>
          </a:p>
          <a:p>
            <a:pPr algn="ctr"/>
            <a:endParaRPr lang="fr-FR" sz="3600" b="1" u="sng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_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{{REPEAT_ITEM}}">
            <a:extLst>
              <a:ext uri="{FF2B5EF4-FFF2-40B4-BE49-F238E27FC236}">
                <a16:creationId xmlns:a16="http://schemas.microsoft.com/office/drawing/2014/main" id="{C797F86F-3855-E180-560C-F30EBCC5CE7B}"/>
              </a:ext>
            </a:extLst>
          </p:cNvPr>
          <p:cNvGrpSpPr/>
          <p:nvPr/>
        </p:nvGrpSpPr>
        <p:grpSpPr>
          <a:xfrm>
            <a:off x="247230" y="888546"/>
            <a:ext cx="3139565" cy="345056"/>
            <a:chOff x="545102" y="992039"/>
            <a:chExt cx="1630669" cy="345056"/>
          </a:xfrm>
        </p:grpSpPr>
        <p:sp>
          <p:nvSpPr>
            <p:cNvPr id="23" name="{{ITEM_TITLE}}">
              <a:extLst>
                <a:ext uri="{FF2B5EF4-FFF2-40B4-BE49-F238E27FC236}">
                  <a16:creationId xmlns:a16="http://schemas.microsoft.com/office/drawing/2014/main" id="{140E4909-2837-AD0D-E7B9-97AFFA79E8F7}"/>
                </a:ext>
              </a:extLst>
            </p:cNvPr>
            <p:cNvSpPr txBox="1"/>
            <p:nvPr/>
          </p:nvSpPr>
          <p:spPr>
            <a:xfrm>
              <a:off x="831180" y="992039"/>
              <a:ext cx="1344591" cy="34505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fr-FR" sz="1600" dirty="0">
                  <a:solidFill>
                    <a:srgbClr val="B8B1ED"/>
                  </a:solidFill>
                </a:rPr>
                <a:t>Titre de la partie</a:t>
              </a:r>
              <a:endParaRPr lang="fr-FR" sz="1600" dirty="0">
                <a:solidFill>
                  <a:srgbClr val="B8B1ED"/>
                </a:solidFill>
                <a:cs typeface="Arial"/>
              </a:endParaRPr>
            </a:p>
          </p:txBody>
        </p:sp>
        <p:sp>
          <p:nvSpPr>
            <p:cNvPr id="31" name="{{ITEM_NUMBER}}">
              <a:extLst>
                <a:ext uri="{FF2B5EF4-FFF2-40B4-BE49-F238E27FC236}">
                  <a16:creationId xmlns:a16="http://schemas.microsoft.com/office/drawing/2014/main" id="{100B5DF4-5341-88BC-2F80-42ECFDC36129}"/>
                </a:ext>
              </a:extLst>
            </p:cNvPr>
            <p:cNvSpPr/>
            <p:nvPr/>
          </p:nvSpPr>
          <p:spPr>
            <a:xfrm>
              <a:off x="545102" y="992039"/>
              <a:ext cx="286078" cy="345056"/>
            </a:xfrm>
            <a:prstGeom prst="roundRect">
              <a:avLst>
                <a:gd name="adj" fmla="val 50000"/>
              </a:avLst>
            </a:prstGeom>
            <a:noFill/>
            <a:ln w="28575">
              <a:gradFill flip="none" rotWithShape="1">
                <a:gsLst>
                  <a:gs pos="0">
                    <a:srgbClr val="F99500"/>
                  </a:gs>
                  <a:gs pos="100000">
                    <a:srgbClr val="E84E24"/>
                  </a:gs>
                </a:gsLst>
                <a:lin ang="10800000" scaled="1"/>
                <a:tileRect/>
              </a:gradFill>
            </a:ln>
            <a:effectLst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fr-FR" sz="1600" b="1" dirty="0">
                  <a:solidFill>
                    <a:srgbClr val="E84E24"/>
                  </a:solidFill>
                  <a:latin typeface="Gotham"/>
                </a:rPr>
                <a:t>01</a:t>
              </a:r>
              <a:endParaRPr lang="fr-FR" sz="1600" b="1" i="0" u="none" strike="noStrike" cap="none" dirty="0">
                <a:solidFill>
                  <a:srgbClr val="E84E24"/>
                </a:solidFill>
                <a:latin typeface="Gotham"/>
                <a:cs typeface="Arial"/>
              </a:endParaRPr>
            </a:p>
          </p:txBody>
        </p:sp>
      </p:grpSp>
      <p:sp>
        <p:nvSpPr>
          <p:cNvPr id="5" name="{{IMAGE}}">
            <a:extLst>
              <a:ext uri="{FF2B5EF4-FFF2-40B4-BE49-F238E27FC236}">
                <a16:creationId xmlns:a16="http://schemas.microsoft.com/office/drawing/2014/main" id="{73808C90-8AF7-C291-7869-6113D2B01C7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Sommaire">
            <a:extLst>
              <a:ext uri="{FF2B5EF4-FFF2-40B4-BE49-F238E27FC236}">
                <a16:creationId xmlns:a16="http://schemas.microsoft.com/office/drawing/2014/main" id="{3E6E6076-5D80-6573-B6DB-FE7BA0154E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9629" y="138113"/>
            <a:ext cx="4127096" cy="460375"/>
          </a:xfrm>
          <a:prstGeom prst="rect">
            <a:avLst/>
          </a:prstGeom>
        </p:spPr>
        <p:txBody>
          <a:bodyPr/>
          <a:lstStyle/>
          <a:p>
            <a:r>
              <a:rPr lang="fr-FR" sz="3000" b="1" dirty="0">
                <a:solidFill>
                  <a:schemeClr val="bg2"/>
                </a:solidFill>
              </a:rPr>
              <a:t>SOMMAIRE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_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{{TITLE}}">
            <a:extLst>
              <a:ext uri="{FF2B5EF4-FFF2-40B4-BE49-F238E27FC236}">
                <a16:creationId xmlns:a16="http://schemas.microsoft.com/office/drawing/2014/main" id="{2817669E-07D5-E009-EFA1-976015AA1AF2}"/>
              </a:ext>
            </a:extLst>
          </p:cNvPr>
          <p:cNvSpPr txBox="1"/>
          <p:nvPr/>
        </p:nvSpPr>
        <p:spPr>
          <a:xfrm>
            <a:off x="881149" y="1209737"/>
            <a:ext cx="3224738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3000" b="1" dirty="0">
                <a:solidFill>
                  <a:srgbClr val="B8B1ED"/>
                </a:solidFill>
              </a:rPr>
              <a:t>Titre de la partie</a:t>
            </a:r>
            <a:endParaRPr lang="fr-FR" sz="3000" b="1" dirty="0">
              <a:solidFill>
                <a:srgbClr val="B8B1ED"/>
              </a:solidFill>
              <a:cs typeface="Arial"/>
            </a:endParaRPr>
          </a:p>
        </p:txBody>
      </p:sp>
      <p:sp>
        <p:nvSpPr>
          <p:cNvPr id="31" name="{{ITEM_NUMBER}}">
            <a:extLst>
              <a:ext uri="{FF2B5EF4-FFF2-40B4-BE49-F238E27FC236}">
                <a16:creationId xmlns:a16="http://schemas.microsoft.com/office/drawing/2014/main" id="{8301F9B4-52BE-7978-2E87-8DBFE5D72E5F}"/>
              </a:ext>
            </a:extLst>
          </p:cNvPr>
          <p:cNvSpPr/>
          <p:nvPr/>
        </p:nvSpPr>
        <p:spPr>
          <a:xfrm>
            <a:off x="213976" y="1263535"/>
            <a:ext cx="667173" cy="446402"/>
          </a:xfrm>
          <a:prstGeom prst="roundRect">
            <a:avLst>
              <a:gd name="adj" fmla="val 50000"/>
            </a:avLst>
          </a:prstGeom>
          <a:noFill/>
          <a:ln w="28575">
            <a:gradFill flip="none" rotWithShape="1">
              <a:gsLst>
                <a:gs pos="0">
                  <a:srgbClr val="F99500"/>
                </a:gs>
                <a:gs pos="100000">
                  <a:srgbClr val="E84E24"/>
                </a:gs>
              </a:gsLst>
              <a:lin ang="10800000" scaled="1"/>
              <a:tileRect/>
            </a:gradFill>
          </a:ln>
          <a:effectLst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fr-FR" sz="2000" b="1" dirty="0">
                <a:solidFill>
                  <a:srgbClr val="E84E24"/>
                </a:solidFill>
                <a:latin typeface="Gotham"/>
              </a:rPr>
              <a:t>01</a:t>
            </a:r>
            <a:endParaRPr lang="fr-FR" sz="2000" b="1" i="0" u="none" strike="noStrike" cap="none" dirty="0">
              <a:solidFill>
                <a:srgbClr val="E84E24"/>
              </a:solidFill>
              <a:latin typeface="Gotham"/>
              <a:cs typeface="Arial"/>
            </a:endParaRPr>
          </a:p>
        </p:txBody>
      </p:sp>
      <p:sp>
        <p:nvSpPr>
          <p:cNvPr id="3" name="{{IMAGE}}">
            <a:extLst>
              <a:ext uri="{FF2B5EF4-FFF2-40B4-BE49-F238E27FC236}">
                <a16:creationId xmlns:a16="http://schemas.microsoft.com/office/drawing/2014/main" id="{AB9B7A5A-52BB-0E8B-816D-7D11898BB4D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nvas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{{TITLE}}">
            <a:extLst>
              <a:ext uri="{FF2B5EF4-FFF2-40B4-BE49-F238E27FC236}">
                <a16:creationId xmlns:a16="http://schemas.microsoft.com/office/drawing/2014/main" id="{2AFE0617-074B-816B-6273-F762BB722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ecutive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keaway_bar"/>
          <p:cNvSpPr/>
          <p:nvPr/>
        </p:nvSpPr>
        <p:spPr>
          <a:xfrm>
            <a:off x="365760" y="1405416"/>
            <a:ext cx="109728" cy="365760"/>
          </a:xfrm>
          <a:prstGeom prst="rect">
            <a:avLst/>
          </a:prstGeom>
          <a:solidFill>
            <a:srgbClr val="F26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{{TAKEAWAY}}"/>
          <p:cNvSpPr txBox="1"/>
          <p:nvPr/>
        </p:nvSpPr>
        <p:spPr>
          <a:xfrm>
            <a:off x="594360" y="1465185"/>
            <a:ext cx="8183879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14163C"/>
                </a:solidFill>
                <a:latin typeface="Arial"/>
              </a:rPr>
              <a:t>One-sentence key takeaway summing up the three columns below</a:t>
            </a:r>
          </a:p>
        </p:txBody>
      </p:sp>
      <p:sp>
        <p:nvSpPr>
          <p:cNvPr id="7" name="{{SOURCE}}"/>
          <p:cNvSpPr txBox="1"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A4D6B"/>
                </a:solidFill>
                <a:latin typeface="Arial"/>
              </a:rPr>
              <a:t>Source: AOSIS analysis</a:t>
            </a:r>
          </a:p>
        </p:txBody>
      </p:sp>
      <p:grpSp>
        <p:nvGrpSpPr>
          <p:cNvPr id="20" name="{{REPEAT_ITEM}}">
            <a:extLst>
              <a:ext uri="{FF2B5EF4-FFF2-40B4-BE49-F238E27FC236}">
                <a16:creationId xmlns:a16="http://schemas.microsoft.com/office/drawing/2014/main" id="{B7814C26-9824-109B-D039-E0F7DB2B688A}"/>
              </a:ext>
            </a:extLst>
          </p:cNvPr>
          <p:cNvGrpSpPr/>
          <p:nvPr/>
        </p:nvGrpSpPr>
        <p:grpSpPr>
          <a:xfrm>
            <a:off x="365760" y="1981488"/>
            <a:ext cx="2651760" cy="1515011"/>
            <a:chOff x="365760" y="1981488"/>
            <a:chExt cx="2651760" cy="1515011"/>
          </a:xfrm>
        </p:grpSpPr>
        <p:sp>
          <p:nvSpPr>
            <p:cNvPr id="8" name="bar"/>
            <p:cNvSpPr/>
            <p:nvPr/>
          </p:nvSpPr>
          <p:spPr>
            <a:xfrm>
              <a:off x="365760" y="1981488"/>
              <a:ext cx="365760" cy="54864"/>
            </a:xfrm>
            <a:prstGeom prst="rect">
              <a:avLst/>
            </a:prstGeom>
            <a:solidFill>
              <a:srgbClr val="F266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/>
            </a:p>
          </p:txBody>
        </p:sp>
        <p:sp>
          <p:nvSpPr>
            <p:cNvPr id="9" name="{{ITEM_NUMBER}}"/>
            <p:cNvSpPr txBox="1"/>
            <p:nvPr/>
          </p:nvSpPr>
          <p:spPr>
            <a:xfrm>
              <a:off x="365760" y="2091216"/>
              <a:ext cx="2651760" cy="2462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600" b="1" i="0" dirty="0">
                  <a:solidFill>
                    <a:srgbClr val="F26622"/>
                  </a:solidFill>
                  <a:latin typeface="Arial"/>
                </a:rPr>
                <a:t>PILLAR 1</a:t>
              </a:r>
            </a:p>
          </p:txBody>
        </p:sp>
        <p:sp>
          <p:nvSpPr>
            <p:cNvPr id="10" name="{{ITEM_TITLE}}"/>
            <p:cNvSpPr txBox="1"/>
            <p:nvPr/>
          </p:nvSpPr>
          <p:spPr>
            <a:xfrm>
              <a:off x="365760" y="2347248"/>
              <a:ext cx="2651760" cy="2462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600" b="1" i="0" dirty="0">
                  <a:solidFill>
                    <a:srgbClr val="14163C"/>
                  </a:solidFill>
                  <a:latin typeface="Arial"/>
                </a:rPr>
                <a:t>Column heading</a:t>
              </a:r>
            </a:p>
          </p:txBody>
        </p:sp>
        <p:sp>
          <p:nvSpPr>
            <p:cNvPr id="11" name="{{ITEM_BULLETS}}"/>
            <p:cNvSpPr txBox="1"/>
            <p:nvPr/>
          </p:nvSpPr>
          <p:spPr>
            <a:xfrm>
              <a:off x="365760" y="2850168"/>
              <a:ext cx="2651760" cy="6463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dirty="0">
                  <a:solidFill>
                    <a:srgbClr val="14163C"/>
                  </a:solidFill>
                  <a:latin typeface="Arial"/>
                </a:rPr>
                <a:t>• First bullet point of this pillar</a:t>
              </a:r>
            </a:p>
            <a:p>
              <a:r>
                <a:rPr lang="fr-FR" sz="1400" dirty="0">
                  <a:solidFill>
                    <a:srgbClr val="14163C"/>
                  </a:solidFill>
                </a:rPr>
                <a:t>•</a:t>
              </a:r>
              <a:r>
                <a:rPr sz="1400" b="0" i="0" dirty="0">
                  <a:solidFill>
                    <a:srgbClr val="14163C"/>
                  </a:solidFill>
                  <a:latin typeface="Arial"/>
                </a:rPr>
                <a:t> Second bullet point</a:t>
              </a:r>
            </a:p>
            <a:p>
              <a:pPr algn="l"/>
              <a:r>
                <a:rPr sz="1400" b="0" i="0" dirty="0">
                  <a:solidFill>
                    <a:srgbClr val="14163C"/>
                  </a:solidFill>
                  <a:latin typeface="Arial"/>
                </a:rPr>
                <a:t>• Third supporting argument</a:t>
              </a:r>
            </a:p>
          </p:txBody>
        </p:sp>
      </p:grpSp>
      <p:sp>
        <p:nvSpPr>
          <p:cNvPr id="17" name="{{TITLE}}">
            <a:extLst>
              <a:ext uri="{FF2B5EF4-FFF2-40B4-BE49-F238E27FC236}">
                <a16:creationId xmlns:a16="http://schemas.microsoft.com/office/drawing/2014/main" id="{E9CBF0A1-07C2-BEB4-FF68-DBA154D1E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pi_with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{{SOURCE}}"/>
          <p:cNvSpPr txBox="1"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A4D6B"/>
                </a:solidFill>
                <a:latin typeface="Arial"/>
              </a:rPr>
              <a:t>Source: AOSIS analysis</a:t>
            </a:r>
          </a:p>
        </p:txBody>
      </p:sp>
      <p:grpSp>
        <p:nvGrpSpPr>
          <p:cNvPr id="17" name="{{REPEAT_ITEM}}">
            <a:extLst>
              <a:ext uri="{FF2B5EF4-FFF2-40B4-BE49-F238E27FC236}">
                <a16:creationId xmlns:a16="http://schemas.microsoft.com/office/drawing/2014/main" id="{AB65D141-6B66-FBA6-BF63-39F282682DAD}"/>
              </a:ext>
            </a:extLst>
          </p:cNvPr>
          <p:cNvGrpSpPr/>
          <p:nvPr/>
        </p:nvGrpSpPr>
        <p:grpSpPr>
          <a:xfrm>
            <a:off x="365760" y="1584407"/>
            <a:ext cx="2661385" cy="792480"/>
            <a:chOff x="365760" y="1584407"/>
            <a:chExt cx="2661385" cy="792480"/>
          </a:xfrm>
        </p:grpSpPr>
        <p:sp>
          <p:nvSpPr>
            <p:cNvPr id="6" name="kpi_card"/>
            <p:cNvSpPr/>
            <p:nvPr/>
          </p:nvSpPr>
          <p:spPr>
            <a:xfrm>
              <a:off x="365760" y="1584407"/>
              <a:ext cx="2651760" cy="7924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6350">
              <a:solidFill>
                <a:srgbClr val="E8E9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dirty="0"/>
            </a:p>
          </p:txBody>
        </p:sp>
        <p:sp>
          <p:nvSpPr>
            <p:cNvPr id="7" name="{{KPI_LABEL}}"/>
            <p:cNvSpPr txBox="1"/>
            <p:nvPr/>
          </p:nvSpPr>
          <p:spPr>
            <a:xfrm>
              <a:off x="488482" y="1856048"/>
              <a:ext cx="1501541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1800" b="1" i="0" dirty="0">
                  <a:solidFill>
                    <a:srgbClr val="F26622"/>
                  </a:solidFill>
                  <a:latin typeface="Arial"/>
                </a:rPr>
                <a:t>KPI label</a:t>
              </a:r>
            </a:p>
          </p:txBody>
        </p:sp>
        <p:sp>
          <p:nvSpPr>
            <p:cNvPr id="8" name="{{KPI_VALUE}}"/>
            <p:cNvSpPr txBox="1"/>
            <p:nvPr/>
          </p:nvSpPr>
          <p:spPr>
            <a:xfrm>
              <a:off x="2112744" y="1778360"/>
              <a:ext cx="914401" cy="4308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800" b="1" i="0" dirty="0">
                  <a:solidFill>
                    <a:srgbClr val="14163C"/>
                  </a:solidFill>
                  <a:latin typeface="Arial"/>
                </a:rPr>
                <a:t>85 %</a:t>
              </a:r>
            </a:p>
          </p:txBody>
        </p:sp>
      </p:grpSp>
      <p:sp>
        <p:nvSpPr>
          <p:cNvPr id="16" name="{{CHART_PLACEHOLDER}}"/>
          <p:cNvSpPr txBox="1"/>
          <p:nvPr/>
        </p:nvSpPr>
        <p:spPr>
          <a:xfrm>
            <a:off x="3291840" y="1584407"/>
            <a:ext cx="5486400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4A4D6B"/>
                </a:solidFill>
                <a:latin typeface="Arial"/>
              </a:rPr>
              <a:t>Chart placeholder</a:t>
            </a:r>
          </a:p>
          <a:p>
            <a:pPr algn="ctr"/>
            <a:r>
              <a:rPr sz="1400" b="0" i="0">
                <a:solidFill>
                  <a:srgbClr val="4A4D6B"/>
                </a:solidFill>
                <a:latin typeface="Arial"/>
              </a:rPr>
              <a:t>(line / bar / donut)</a:t>
            </a:r>
          </a:p>
        </p:txBody>
      </p:sp>
      <p:sp>
        <p:nvSpPr>
          <p:cNvPr id="10" name="{{TITLE}}">
            <a:extLst>
              <a:ext uri="{FF2B5EF4-FFF2-40B4-BE49-F238E27FC236}">
                <a16:creationId xmlns:a16="http://schemas.microsoft.com/office/drawing/2014/main" id="{CF0ACD96-713A-CB4F-1B3E-999AE57DC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arison_2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{{SOURCE}}"/>
          <p:cNvSpPr txBox="1"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A4D6B"/>
                </a:solidFill>
                <a:latin typeface="Arial"/>
              </a:rPr>
              <a:t>Source: AOSIS analysis</a:t>
            </a:r>
          </a:p>
        </p:txBody>
      </p:sp>
      <p:grpSp>
        <p:nvGrpSpPr>
          <p:cNvPr id="15" name="{{REPEAT_ITEM}}">
            <a:extLst>
              <a:ext uri="{FF2B5EF4-FFF2-40B4-BE49-F238E27FC236}">
                <a16:creationId xmlns:a16="http://schemas.microsoft.com/office/drawing/2014/main" id="{F327B8B1-D3E5-039A-2C01-BFABD78A0516}"/>
              </a:ext>
            </a:extLst>
          </p:cNvPr>
          <p:cNvGrpSpPr/>
          <p:nvPr/>
        </p:nvGrpSpPr>
        <p:grpSpPr>
          <a:xfrm>
            <a:off x="365760" y="1477086"/>
            <a:ext cx="4069080" cy="3066037"/>
            <a:chOff x="365760" y="1477086"/>
            <a:chExt cx="4069080" cy="3066037"/>
          </a:xfrm>
        </p:grpSpPr>
        <p:sp>
          <p:nvSpPr>
            <p:cNvPr id="6" name="{{ITEM_MARKER}}"/>
            <p:cNvSpPr/>
            <p:nvPr/>
          </p:nvSpPr>
          <p:spPr>
            <a:xfrm>
              <a:off x="365760" y="1477086"/>
              <a:ext cx="4069080" cy="580168"/>
            </a:xfrm>
            <a:prstGeom prst="rect">
              <a:avLst/>
            </a:prstGeom>
            <a:solidFill>
              <a:srgbClr val="1416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dirty="0"/>
            </a:p>
          </p:txBody>
        </p:sp>
        <p:sp>
          <p:nvSpPr>
            <p:cNvPr id="7" name="{{ITEM_TITLE}}"/>
            <p:cNvSpPr txBox="1"/>
            <p:nvPr/>
          </p:nvSpPr>
          <p:spPr>
            <a:xfrm>
              <a:off x="594360" y="1568781"/>
              <a:ext cx="3840480" cy="2769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800" b="1" i="0" dirty="0">
                  <a:solidFill>
                    <a:srgbClr val="FFFFFF"/>
                  </a:solidFill>
                  <a:latin typeface="Arial"/>
                </a:rPr>
                <a:t>Option A</a:t>
              </a:r>
            </a:p>
          </p:txBody>
        </p:sp>
        <p:sp>
          <p:nvSpPr>
            <p:cNvPr id="8" name="left_body_bg"/>
            <p:cNvSpPr/>
            <p:nvPr/>
          </p:nvSpPr>
          <p:spPr>
            <a:xfrm>
              <a:off x="365760" y="1958740"/>
              <a:ext cx="4069080" cy="2584383"/>
            </a:xfrm>
            <a:prstGeom prst="rect">
              <a:avLst/>
            </a:prstGeom>
            <a:solidFill>
              <a:srgbClr val="FAFA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/>
            </a:p>
          </p:txBody>
        </p:sp>
        <p:sp>
          <p:nvSpPr>
            <p:cNvPr id="9" name="{{ITEM_BULLETS}}"/>
            <p:cNvSpPr txBox="1"/>
            <p:nvPr/>
          </p:nvSpPr>
          <p:spPr>
            <a:xfrm>
              <a:off x="594360" y="2141621"/>
              <a:ext cx="3611880" cy="11079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800" b="0" i="0" dirty="0">
                  <a:solidFill>
                    <a:srgbClr val="14163C"/>
                  </a:solidFill>
                  <a:latin typeface="Arial"/>
                </a:rPr>
                <a:t>• First argument</a:t>
              </a:r>
            </a:p>
            <a:p>
              <a:pPr algn="l"/>
              <a:r>
                <a:rPr sz="1800" b="0" i="0" dirty="0">
                  <a:solidFill>
                    <a:srgbClr val="14163C"/>
                  </a:solidFill>
                  <a:latin typeface="Arial"/>
                </a:rPr>
                <a:t>• Second argument</a:t>
              </a:r>
            </a:p>
            <a:p>
              <a:pPr algn="l"/>
              <a:r>
                <a:rPr sz="1800" b="0" i="0" dirty="0">
                  <a:solidFill>
                    <a:srgbClr val="14163C"/>
                  </a:solidFill>
                  <a:latin typeface="Arial"/>
                </a:rPr>
                <a:t>• Third argument</a:t>
              </a:r>
            </a:p>
            <a:p>
              <a:pPr algn="l"/>
              <a:r>
                <a:rPr sz="1800" b="0" i="0" dirty="0">
                  <a:solidFill>
                    <a:srgbClr val="14163C"/>
                  </a:solidFill>
                  <a:latin typeface="Arial"/>
                </a:rPr>
                <a:t>• Fourth argument</a:t>
              </a:r>
            </a:p>
          </p:txBody>
        </p:sp>
      </p:grpSp>
      <p:sp>
        <p:nvSpPr>
          <p:cNvPr id="11" name="{{TITLE}}">
            <a:extLst>
              <a:ext uri="{FF2B5EF4-FFF2-40B4-BE49-F238E27FC236}">
                <a16:creationId xmlns:a16="http://schemas.microsoft.com/office/drawing/2014/main" id="{B41DCE0A-2FD0-2987-7DA8-CCCEA5756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arison_before_af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keaway_bar"/>
          <p:cNvSpPr/>
          <p:nvPr/>
        </p:nvSpPr>
        <p:spPr>
          <a:xfrm>
            <a:off x="365760" y="1409513"/>
            <a:ext cx="109728" cy="365760"/>
          </a:xfrm>
          <a:prstGeom prst="rect">
            <a:avLst/>
          </a:prstGeom>
          <a:solidFill>
            <a:srgbClr val="F26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{{TAKEAWAY}}"/>
          <p:cNvSpPr txBox="1"/>
          <p:nvPr/>
        </p:nvSpPr>
        <p:spPr>
          <a:xfrm>
            <a:off x="594360" y="1453893"/>
            <a:ext cx="8183879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dirty="0">
                <a:solidFill>
                  <a:srgbClr val="14163C"/>
                </a:solidFill>
                <a:latin typeface="Arial"/>
              </a:rPr>
              <a:t>Central key takeaway </a:t>
            </a:r>
            <a:r>
              <a:rPr sz="1800" b="1" i="0" dirty="0" err="1">
                <a:solidFill>
                  <a:srgbClr val="14163C"/>
                </a:solidFill>
                <a:latin typeface="Arial"/>
              </a:rPr>
              <a:t>summarising</a:t>
            </a:r>
            <a:r>
              <a:rPr sz="1800" b="1" i="0" dirty="0">
                <a:solidFill>
                  <a:srgbClr val="14163C"/>
                </a:solidFill>
                <a:latin typeface="Arial"/>
              </a:rPr>
              <a:t> the delta achieved</a:t>
            </a:r>
          </a:p>
        </p:txBody>
      </p:sp>
      <p:sp>
        <p:nvSpPr>
          <p:cNvPr id="7" name="{{SOURCE}}"/>
          <p:cNvSpPr txBox="1"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A4D6B"/>
                </a:solidFill>
                <a:latin typeface="Arial"/>
              </a:rPr>
              <a:t>Source: AOSIS analysis</a:t>
            </a:r>
          </a:p>
        </p:txBody>
      </p:sp>
      <p:sp>
        <p:nvSpPr>
          <p:cNvPr id="8" name="before_card"/>
          <p:cNvSpPr/>
          <p:nvPr/>
        </p:nvSpPr>
        <p:spPr>
          <a:xfrm>
            <a:off x="365760" y="1868052"/>
            <a:ext cx="4069080" cy="2612507"/>
          </a:xfrm>
          <a:prstGeom prst="roundRect">
            <a:avLst>
              <a:gd name="adj" fmla="val 3000"/>
            </a:avLst>
          </a:prstGeom>
          <a:solidFill>
            <a:srgbClr val="FAFAF7"/>
          </a:solidFill>
          <a:ln w="6350">
            <a:solidFill>
              <a:srgbClr val="E8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{{BEFORE_LABEL}}"/>
          <p:cNvSpPr txBox="1"/>
          <p:nvPr/>
        </p:nvSpPr>
        <p:spPr>
          <a:xfrm>
            <a:off x="640080" y="2019347"/>
            <a:ext cx="4069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E84E24"/>
                </a:solidFill>
                <a:latin typeface="Arial"/>
              </a:rPr>
              <a:t>AVANT</a:t>
            </a:r>
          </a:p>
        </p:txBody>
      </p:sp>
      <p:sp>
        <p:nvSpPr>
          <p:cNvPr id="10" name="{{BEFORE_TITLE}}"/>
          <p:cNvSpPr txBox="1"/>
          <p:nvPr/>
        </p:nvSpPr>
        <p:spPr>
          <a:xfrm>
            <a:off x="640080" y="2385107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4163C"/>
                </a:solidFill>
                <a:latin typeface="Arial"/>
              </a:rPr>
              <a:t>Current state</a:t>
            </a:r>
          </a:p>
        </p:txBody>
      </p:sp>
      <p:sp>
        <p:nvSpPr>
          <p:cNvPr id="11" name="{{BEFORE_BULLETS}}"/>
          <p:cNvSpPr txBox="1"/>
          <p:nvPr/>
        </p:nvSpPr>
        <p:spPr>
          <a:xfrm>
            <a:off x="640080" y="2719584"/>
            <a:ext cx="361188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4163C"/>
                </a:solidFill>
                <a:latin typeface="Arial"/>
              </a:rPr>
              <a:t>• Pain point one</a:t>
            </a:r>
          </a:p>
          <a:p>
            <a:pPr algn="l"/>
            <a:r>
              <a:rPr sz="1400" b="0" i="0" dirty="0">
                <a:solidFill>
                  <a:srgbClr val="14163C"/>
                </a:solidFill>
                <a:latin typeface="Arial"/>
              </a:rPr>
              <a:t>• Pain point two</a:t>
            </a:r>
          </a:p>
          <a:p>
            <a:pPr algn="l"/>
            <a:r>
              <a:rPr sz="1400" b="0" i="0" dirty="0">
                <a:solidFill>
                  <a:srgbClr val="14163C"/>
                </a:solidFill>
                <a:latin typeface="Arial"/>
              </a:rPr>
              <a:t>• Pain point three</a:t>
            </a:r>
          </a:p>
        </p:txBody>
      </p:sp>
      <p:sp>
        <p:nvSpPr>
          <p:cNvPr id="12" name="after_card"/>
          <p:cNvSpPr/>
          <p:nvPr/>
        </p:nvSpPr>
        <p:spPr>
          <a:xfrm>
            <a:off x="4709160" y="1868052"/>
            <a:ext cx="4069080" cy="2612508"/>
          </a:xfrm>
          <a:prstGeom prst="roundRect">
            <a:avLst>
              <a:gd name="adj" fmla="val 3000"/>
            </a:avLst>
          </a:prstGeom>
          <a:solidFill>
            <a:srgbClr val="FAFAF7"/>
          </a:solidFill>
          <a:ln w="25400">
            <a:solidFill>
              <a:srgbClr val="211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{{AFTER_LABEL}}"/>
          <p:cNvSpPr txBox="1"/>
          <p:nvPr/>
        </p:nvSpPr>
        <p:spPr>
          <a:xfrm>
            <a:off x="4983480" y="2019347"/>
            <a:ext cx="4069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E84E24"/>
                </a:solidFill>
                <a:latin typeface="Arial"/>
              </a:rPr>
              <a:t>APRÈS</a:t>
            </a:r>
          </a:p>
        </p:txBody>
      </p:sp>
      <p:sp>
        <p:nvSpPr>
          <p:cNvPr id="14" name="{{AFTER_TITLE}}"/>
          <p:cNvSpPr txBox="1"/>
          <p:nvPr/>
        </p:nvSpPr>
        <p:spPr>
          <a:xfrm>
            <a:off x="4983480" y="2385107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4163C"/>
                </a:solidFill>
                <a:latin typeface="Arial"/>
              </a:rPr>
              <a:t>Target state</a:t>
            </a:r>
          </a:p>
        </p:txBody>
      </p:sp>
      <p:sp>
        <p:nvSpPr>
          <p:cNvPr id="15" name="{{AFTER_BULLETS}}"/>
          <p:cNvSpPr txBox="1"/>
          <p:nvPr/>
        </p:nvSpPr>
        <p:spPr>
          <a:xfrm>
            <a:off x="4983480" y="2719584"/>
            <a:ext cx="3593655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4163C"/>
                </a:solidFill>
                <a:latin typeface="Arial"/>
              </a:rPr>
              <a:t>• Improvement one</a:t>
            </a:r>
          </a:p>
          <a:p>
            <a:pPr algn="l"/>
            <a:r>
              <a:rPr sz="1400" b="0" i="0" dirty="0">
                <a:solidFill>
                  <a:srgbClr val="14163C"/>
                </a:solidFill>
                <a:latin typeface="Arial"/>
              </a:rPr>
              <a:t>• Improvement two</a:t>
            </a:r>
          </a:p>
          <a:p>
            <a:pPr algn="l"/>
            <a:r>
              <a:rPr sz="1400" b="0" i="0" dirty="0">
                <a:solidFill>
                  <a:srgbClr val="14163C"/>
                </a:solidFill>
                <a:latin typeface="Arial"/>
              </a:rPr>
              <a:t>• Improvement three</a:t>
            </a:r>
          </a:p>
        </p:txBody>
      </p:sp>
      <p:sp>
        <p:nvSpPr>
          <p:cNvPr id="16" name="arrow"/>
          <p:cNvSpPr/>
          <p:nvPr/>
        </p:nvSpPr>
        <p:spPr>
          <a:xfrm>
            <a:off x="4389120" y="3048047"/>
            <a:ext cx="457200" cy="365760"/>
          </a:xfrm>
          <a:prstGeom prst="rightArrow">
            <a:avLst/>
          </a:prstGeom>
          <a:solidFill>
            <a:srgbClr val="F26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{{TITLE}}">
            <a:extLst>
              <a:ext uri="{FF2B5EF4-FFF2-40B4-BE49-F238E27FC236}">
                <a16:creationId xmlns:a16="http://schemas.microsoft.com/office/drawing/2014/main" id="{AB70FCB8-2B37-4DF5-9AAE-26B101E8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amework_3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{{SOURCE}}"/>
          <p:cNvSpPr txBox="1"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A4D6B"/>
                </a:solidFill>
                <a:latin typeface="Arial"/>
              </a:rPr>
              <a:t>Source: AOSIS analysis</a:t>
            </a:r>
          </a:p>
        </p:txBody>
      </p:sp>
      <p:grpSp>
        <p:nvGrpSpPr>
          <p:cNvPr id="18" name="{{REPEAT_ITEM}}">
            <a:extLst>
              <a:ext uri="{FF2B5EF4-FFF2-40B4-BE49-F238E27FC236}">
                <a16:creationId xmlns:a16="http://schemas.microsoft.com/office/drawing/2014/main" id="{5B572529-690E-8B7D-F2D9-8F91555873FB}"/>
              </a:ext>
            </a:extLst>
          </p:cNvPr>
          <p:cNvGrpSpPr/>
          <p:nvPr/>
        </p:nvGrpSpPr>
        <p:grpSpPr>
          <a:xfrm>
            <a:off x="365760" y="1340015"/>
            <a:ext cx="2651760" cy="2743200"/>
            <a:chOff x="365760" y="1340015"/>
            <a:chExt cx="2651760" cy="2743200"/>
          </a:xfrm>
        </p:grpSpPr>
        <p:sp>
          <p:nvSpPr>
            <p:cNvPr id="6" name="{{ITEM_BOXE}}"/>
            <p:cNvSpPr/>
            <p:nvPr/>
          </p:nvSpPr>
          <p:spPr>
            <a:xfrm>
              <a:off x="365760" y="1340015"/>
              <a:ext cx="2651760" cy="2743200"/>
            </a:xfrm>
            <a:prstGeom prst="roundRect">
              <a:avLst>
                <a:gd name="adj" fmla="val 4000"/>
              </a:avLst>
            </a:prstGeom>
            <a:solidFill>
              <a:srgbClr val="2119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/>
            </a:p>
          </p:txBody>
        </p:sp>
        <p:sp>
          <p:nvSpPr>
            <p:cNvPr id="7" name="{{ITEM_ICON}}"/>
            <p:cNvSpPr/>
            <p:nvPr/>
          </p:nvSpPr>
          <p:spPr>
            <a:xfrm>
              <a:off x="640080" y="1614335"/>
              <a:ext cx="777240" cy="7772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{{ITEM_TITLE}}"/>
            <p:cNvSpPr txBox="1"/>
            <p:nvPr/>
          </p:nvSpPr>
          <p:spPr>
            <a:xfrm>
              <a:off x="1600200" y="1614335"/>
              <a:ext cx="141732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800" b="1" i="0" dirty="0">
                  <a:solidFill>
                    <a:srgbClr val="FFFFFF"/>
                  </a:solidFill>
                  <a:latin typeface="Arial"/>
                </a:rPr>
                <a:t>Pillar 1</a:t>
              </a:r>
            </a:p>
          </p:txBody>
        </p:sp>
        <p:sp>
          <p:nvSpPr>
            <p:cNvPr id="9" name="{{ITEM_BULLETS}}"/>
            <p:cNvSpPr txBox="1"/>
            <p:nvPr/>
          </p:nvSpPr>
          <p:spPr>
            <a:xfrm>
              <a:off x="640080" y="2573115"/>
              <a:ext cx="2103120" cy="6463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dirty="0">
                  <a:solidFill>
                    <a:srgbClr val="FFFFFF"/>
                  </a:solidFill>
                  <a:latin typeface="Arial"/>
                </a:rPr>
                <a:t>• First bullet</a:t>
              </a:r>
            </a:p>
            <a:p>
              <a:pPr algn="l"/>
              <a:r>
                <a:rPr sz="1400" b="0" i="0" dirty="0">
                  <a:solidFill>
                    <a:srgbClr val="FFFFFF"/>
                  </a:solidFill>
                  <a:latin typeface="Arial"/>
                </a:rPr>
                <a:t>• Second bullet</a:t>
              </a:r>
            </a:p>
            <a:p>
              <a:pPr algn="l"/>
              <a:r>
                <a:rPr sz="1400" b="0" i="0" dirty="0">
                  <a:solidFill>
                    <a:srgbClr val="FFFFFF"/>
                  </a:solidFill>
                  <a:latin typeface="Arial"/>
                </a:rPr>
                <a:t>• Third bullet</a:t>
              </a:r>
            </a:p>
          </p:txBody>
        </p:sp>
      </p:grpSp>
      <p:sp>
        <p:nvSpPr>
          <p:cNvPr id="11" name="{{TITLE}}">
            <a:extLst>
              <a:ext uri="{FF2B5EF4-FFF2-40B4-BE49-F238E27FC236}">
                <a16:creationId xmlns:a16="http://schemas.microsoft.com/office/drawing/2014/main" id="{9CEAFFDF-6D56-B537-01EA-AEB4DCBE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admap_sty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{{SOURCE}}"/>
          <p:cNvSpPr txBox="1"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A4D6B"/>
                </a:solidFill>
                <a:latin typeface="Arial"/>
              </a:rPr>
              <a:t>Source: AOSIS analysis</a:t>
            </a:r>
          </a:p>
        </p:txBody>
      </p:sp>
      <p:cxnSp>
        <p:nvCxnSpPr>
          <p:cNvPr id="6" name="timeline_axis"/>
          <p:cNvCxnSpPr/>
          <p:nvPr/>
        </p:nvCxnSpPr>
        <p:spPr>
          <a:xfrm>
            <a:off x="1107529" y="2807547"/>
            <a:ext cx="6949440" cy="0"/>
          </a:xfrm>
          <a:prstGeom prst="line">
            <a:avLst/>
          </a:prstGeom>
          <a:ln w="25400">
            <a:solidFill>
              <a:srgbClr val="141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{{REPEAT_ITEM}}">
            <a:extLst>
              <a:ext uri="{FF2B5EF4-FFF2-40B4-BE49-F238E27FC236}">
                <a16:creationId xmlns:a16="http://schemas.microsoft.com/office/drawing/2014/main" id="{1924CB4A-6E4E-F93E-A77B-C355AD0B5508}"/>
              </a:ext>
            </a:extLst>
          </p:cNvPr>
          <p:cNvGrpSpPr/>
          <p:nvPr/>
        </p:nvGrpSpPr>
        <p:grpSpPr>
          <a:xfrm>
            <a:off x="284569" y="1710267"/>
            <a:ext cx="1645920" cy="1257300"/>
            <a:chOff x="284569" y="1710267"/>
            <a:chExt cx="1645920" cy="1257300"/>
          </a:xfrm>
        </p:grpSpPr>
        <p:sp>
          <p:nvSpPr>
            <p:cNvPr id="7" name="{{ITEM_MARKER}}"/>
            <p:cNvSpPr/>
            <p:nvPr/>
          </p:nvSpPr>
          <p:spPr>
            <a:xfrm>
              <a:off x="947509" y="2647527"/>
              <a:ext cx="320040" cy="320040"/>
            </a:xfrm>
            <a:prstGeom prst="diamond">
              <a:avLst/>
            </a:prstGeom>
            <a:solidFill>
              <a:srgbClr val="F2662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{{ITEM_DATE}}"/>
            <p:cNvSpPr txBox="1"/>
            <p:nvPr/>
          </p:nvSpPr>
          <p:spPr>
            <a:xfrm>
              <a:off x="284569" y="1710267"/>
              <a:ext cx="164592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1" i="0" dirty="0">
                  <a:solidFill>
                    <a:srgbClr val="F26622"/>
                  </a:solidFill>
                  <a:latin typeface="Arial"/>
                </a:rPr>
                <a:t>Date 1</a:t>
              </a:r>
            </a:p>
          </p:txBody>
        </p:sp>
        <p:sp>
          <p:nvSpPr>
            <p:cNvPr id="9" name="{{ITEM_MILESTONE}}"/>
            <p:cNvSpPr txBox="1"/>
            <p:nvPr/>
          </p:nvSpPr>
          <p:spPr>
            <a:xfrm>
              <a:off x="284569" y="2076027"/>
              <a:ext cx="164592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800" b="1" i="0" dirty="0">
                  <a:solidFill>
                    <a:srgbClr val="14163C"/>
                  </a:solidFill>
                  <a:latin typeface="Arial"/>
                </a:rPr>
                <a:t>Milestone 1</a:t>
              </a:r>
            </a:p>
          </p:txBody>
        </p:sp>
      </p:grpSp>
      <p:sp>
        <p:nvSpPr>
          <p:cNvPr id="11" name="{{TITLE}}">
            <a:extLst>
              <a:ext uri="{FF2B5EF4-FFF2-40B4-BE49-F238E27FC236}">
                <a16:creationId xmlns:a16="http://schemas.microsoft.com/office/drawing/2014/main" id="{8A308FD5-77CF-21D5-40A1-417B6306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ext_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{{SOURCE}}"/>
          <p:cNvSpPr txBox="1"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A4D6B"/>
                </a:solidFill>
                <a:latin typeface="Arial"/>
              </a:rPr>
              <a:t>Source: AOSIS analysis</a:t>
            </a:r>
          </a:p>
        </p:txBody>
      </p:sp>
      <p:sp>
        <p:nvSpPr>
          <p:cNvPr id="6" name="header_action"/>
          <p:cNvSpPr txBox="1"/>
          <p:nvPr/>
        </p:nvSpPr>
        <p:spPr>
          <a:xfrm>
            <a:off x="1005840" y="1291381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4A4D6B"/>
                </a:solidFill>
                <a:latin typeface="Arial"/>
              </a:rPr>
              <a:t>ACTION</a:t>
            </a:r>
          </a:p>
        </p:txBody>
      </p:sp>
      <p:sp>
        <p:nvSpPr>
          <p:cNvPr id="7" name="header_owner"/>
          <p:cNvSpPr txBox="1"/>
          <p:nvPr/>
        </p:nvSpPr>
        <p:spPr>
          <a:xfrm>
            <a:off x="5623560" y="1291381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4A4D6B"/>
                </a:solidFill>
                <a:latin typeface="Arial"/>
              </a:rPr>
              <a:t>OWNER</a:t>
            </a:r>
          </a:p>
        </p:txBody>
      </p:sp>
      <p:sp>
        <p:nvSpPr>
          <p:cNvPr id="8" name="header_date"/>
          <p:cNvSpPr txBox="1"/>
          <p:nvPr/>
        </p:nvSpPr>
        <p:spPr>
          <a:xfrm>
            <a:off x="7269480" y="1291381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A4D6B"/>
                </a:solidFill>
                <a:latin typeface="Arial"/>
              </a:rPr>
              <a:t>BY</a:t>
            </a:r>
          </a:p>
        </p:txBody>
      </p:sp>
      <p:grpSp>
        <p:nvGrpSpPr>
          <p:cNvPr id="33" name="{{REPEAT_ITEM}}">
            <a:extLst>
              <a:ext uri="{FF2B5EF4-FFF2-40B4-BE49-F238E27FC236}">
                <a16:creationId xmlns:a16="http://schemas.microsoft.com/office/drawing/2014/main" id="{3D318A4B-7D7C-C6DD-9691-A11CBDC1BBAB}"/>
              </a:ext>
            </a:extLst>
          </p:cNvPr>
          <p:cNvGrpSpPr/>
          <p:nvPr/>
        </p:nvGrpSpPr>
        <p:grpSpPr>
          <a:xfrm>
            <a:off x="365760" y="1611421"/>
            <a:ext cx="8412480" cy="594360"/>
            <a:chOff x="365760" y="1611421"/>
            <a:chExt cx="8412480" cy="594360"/>
          </a:xfrm>
        </p:grpSpPr>
        <p:sp>
          <p:nvSpPr>
            <p:cNvPr id="9" name="row"/>
            <p:cNvSpPr/>
            <p:nvPr/>
          </p:nvSpPr>
          <p:spPr>
            <a:xfrm>
              <a:off x="365760" y="1611421"/>
              <a:ext cx="8412480" cy="594360"/>
            </a:xfrm>
            <a:prstGeom prst="roundRect">
              <a:avLst>
                <a:gd name="adj" fmla="val 4000"/>
              </a:avLst>
            </a:prstGeom>
            <a:solidFill>
              <a:srgbClr val="FAFAF7"/>
            </a:solidFill>
            <a:ln w="6350">
              <a:solidFill>
                <a:srgbClr val="E8E9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/>
            </a:p>
          </p:txBody>
        </p:sp>
        <p:sp>
          <p:nvSpPr>
            <p:cNvPr id="10" name="{{ITEM_MARKER}}"/>
            <p:cNvSpPr/>
            <p:nvPr/>
          </p:nvSpPr>
          <p:spPr>
            <a:xfrm>
              <a:off x="502920" y="1725721"/>
              <a:ext cx="365760" cy="365760"/>
            </a:xfrm>
            <a:prstGeom prst="ellipse">
              <a:avLst/>
            </a:prstGeom>
            <a:solidFill>
              <a:srgbClr val="F266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{{ITEM_NUMBER}}"/>
            <p:cNvSpPr txBox="1"/>
            <p:nvPr/>
          </p:nvSpPr>
          <p:spPr>
            <a:xfrm>
              <a:off x="502920" y="1725721"/>
              <a:ext cx="36576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b="1" i="0">
                  <a:solidFill>
                    <a:srgbClr val="FFFFFF"/>
                  </a:solidFill>
                  <a:latin typeface="Arial"/>
                </a:rPr>
                <a:t>1</a:t>
              </a:r>
            </a:p>
          </p:txBody>
        </p:sp>
        <p:sp>
          <p:nvSpPr>
            <p:cNvPr id="12" name="{{ITEM_ACTION}}"/>
            <p:cNvSpPr txBox="1"/>
            <p:nvPr/>
          </p:nvSpPr>
          <p:spPr>
            <a:xfrm>
              <a:off x="1005840" y="1800878"/>
              <a:ext cx="461772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00" b="1" i="0" dirty="0">
                  <a:solidFill>
                    <a:srgbClr val="14163C"/>
                  </a:solidFill>
                  <a:latin typeface="Arial"/>
                </a:rPr>
                <a:t>Action to take this week</a:t>
              </a:r>
            </a:p>
          </p:txBody>
        </p:sp>
        <p:sp>
          <p:nvSpPr>
            <p:cNvPr id="13" name="{{ITEM_OWNER}}"/>
            <p:cNvSpPr txBox="1"/>
            <p:nvPr/>
          </p:nvSpPr>
          <p:spPr>
            <a:xfrm>
              <a:off x="5623560" y="1800879"/>
              <a:ext cx="164592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00" b="0" i="0" dirty="0">
                  <a:solidFill>
                    <a:srgbClr val="4A4D6B"/>
                  </a:solidFill>
                  <a:latin typeface="Arial"/>
                </a:rPr>
                <a:t>Owner Name</a:t>
              </a:r>
            </a:p>
          </p:txBody>
        </p:sp>
        <p:sp>
          <p:nvSpPr>
            <p:cNvPr id="14" name="{{ITEM_DATE}}"/>
            <p:cNvSpPr txBox="1"/>
            <p:nvPr/>
          </p:nvSpPr>
          <p:spPr>
            <a:xfrm>
              <a:off x="7269480" y="1800879"/>
              <a:ext cx="137160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00" b="1" i="0" dirty="0">
                  <a:solidFill>
                    <a:srgbClr val="F26622"/>
                  </a:solidFill>
                  <a:latin typeface="Arial"/>
                </a:rPr>
                <a:t>DD/MM/YYYY</a:t>
              </a:r>
            </a:p>
          </p:txBody>
        </p:sp>
      </p:grpSp>
      <p:sp>
        <p:nvSpPr>
          <p:cNvPr id="16" name="{{TITLE}}">
            <a:extLst>
              <a:ext uri="{FF2B5EF4-FFF2-40B4-BE49-F238E27FC236}">
                <a16:creationId xmlns:a16="http://schemas.microsoft.com/office/drawing/2014/main" id="{A6A4E60B-9D41-BE7B-89E8-CF67FCC6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cess_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{{SOURCE}}"/>
          <p:cNvSpPr txBox="1"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A4D6B"/>
                </a:solidFill>
                <a:latin typeface="Arial"/>
              </a:rPr>
              <a:t>Source: AOSIS analysis</a:t>
            </a:r>
          </a:p>
        </p:txBody>
      </p:sp>
      <p:cxnSp>
        <p:nvCxnSpPr>
          <p:cNvPr id="6" name="process_axis"/>
          <p:cNvCxnSpPr/>
          <p:nvPr/>
        </p:nvCxnSpPr>
        <p:spPr>
          <a:xfrm>
            <a:off x="754380" y="1932907"/>
            <a:ext cx="7635240" cy="0"/>
          </a:xfrm>
          <a:prstGeom prst="line">
            <a:avLst/>
          </a:prstGeom>
          <a:ln w="25400">
            <a:solidFill>
              <a:srgbClr val="E8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{{REPEAT_ITEM}}">
            <a:extLst>
              <a:ext uri="{FF2B5EF4-FFF2-40B4-BE49-F238E27FC236}">
                <a16:creationId xmlns:a16="http://schemas.microsoft.com/office/drawing/2014/main" id="{BA9792AD-5738-4CC9-9806-CACD5945F968}"/>
              </a:ext>
            </a:extLst>
          </p:cNvPr>
          <p:cNvGrpSpPr/>
          <p:nvPr/>
        </p:nvGrpSpPr>
        <p:grpSpPr>
          <a:xfrm>
            <a:off x="365760" y="1544287"/>
            <a:ext cx="1897380" cy="2017931"/>
            <a:chOff x="365760" y="1544287"/>
            <a:chExt cx="1897380" cy="2017931"/>
          </a:xfrm>
        </p:grpSpPr>
        <p:sp>
          <p:nvSpPr>
            <p:cNvPr id="7" name="{{ITEM_MARKER}}"/>
            <p:cNvSpPr/>
            <p:nvPr/>
          </p:nvSpPr>
          <p:spPr>
            <a:xfrm>
              <a:off x="925830" y="1544287"/>
              <a:ext cx="777240" cy="777240"/>
            </a:xfrm>
            <a:prstGeom prst="ellipse">
              <a:avLst/>
            </a:prstGeom>
            <a:solidFill>
              <a:srgbClr val="F266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{{ITEM_NUMBER}}"/>
            <p:cNvSpPr txBox="1"/>
            <p:nvPr/>
          </p:nvSpPr>
          <p:spPr>
            <a:xfrm>
              <a:off x="925830" y="1544287"/>
              <a:ext cx="777240" cy="7772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200" b="1" i="0" dirty="0">
                  <a:solidFill>
                    <a:srgbClr val="FFFFFF"/>
                  </a:solidFill>
                  <a:latin typeface="Arial"/>
                </a:rPr>
                <a:t>1</a:t>
              </a:r>
            </a:p>
          </p:txBody>
        </p:sp>
        <p:sp>
          <p:nvSpPr>
            <p:cNvPr id="9" name="{{ITEM_TITLE}}"/>
            <p:cNvSpPr txBox="1"/>
            <p:nvPr/>
          </p:nvSpPr>
          <p:spPr>
            <a:xfrm>
              <a:off x="365760" y="2458687"/>
              <a:ext cx="189738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800" b="1" i="0" dirty="0">
                  <a:solidFill>
                    <a:srgbClr val="14163C"/>
                  </a:solidFill>
                  <a:latin typeface="Arial"/>
                </a:rPr>
                <a:t>Step 1</a:t>
              </a:r>
            </a:p>
          </p:txBody>
        </p:sp>
        <p:sp>
          <p:nvSpPr>
            <p:cNvPr id="10" name="{{ITEM_TEXT}}"/>
            <p:cNvSpPr txBox="1"/>
            <p:nvPr/>
          </p:nvSpPr>
          <p:spPr>
            <a:xfrm>
              <a:off x="365760" y="2915887"/>
              <a:ext cx="1897380" cy="6463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i="0" dirty="0">
                  <a:solidFill>
                    <a:srgbClr val="4A4D6B"/>
                  </a:solidFill>
                  <a:latin typeface="Arial"/>
                </a:rPr>
                <a:t>Description of what happens during this step of the process.</a:t>
              </a:r>
            </a:p>
          </p:txBody>
        </p:sp>
      </p:grpSp>
      <p:sp>
        <p:nvSpPr>
          <p:cNvPr id="12" name="{{TITLE}}">
            <a:extLst>
              <a:ext uri="{FF2B5EF4-FFF2-40B4-BE49-F238E27FC236}">
                <a16:creationId xmlns:a16="http://schemas.microsoft.com/office/drawing/2014/main" id="{90D1401C-B314-828E-2C50-4E49B149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xt_dense_3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{{SOURCE}}"/>
          <p:cNvSpPr txBox="1"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A4D6B"/>
                </a:solidFill>
                <a:latin typeface="Arial"/>
              </a:rPr>
              <a:t>Source: AOSIS analysis</a:t>
            </a:r>
          </a:p>
        </p:txBody>
      </p:sp>
      <p:grpSp>
        <p:nvGrpSpPr>
          <p:cNvPr id="17" name="{{REPEAT_ITEM}}">
            <a:extLst>
              <a:ext uri="{FF2B5EF4-FFF2-40B4-BE49-F238E27FC236}">
                <a16:creationId xmlns:a16="http://schemas.microsoft.com/office/drawing/2014/main" id="{C116A365-4DF7-84DF-525B-B78DDC1F2AFF}"/>
              </a:ext>
            </a:extLst>
          </p:cNvPr>
          <p:cNvGrpSpPr/>
          <p:nvPr/>
        </p:nvGrpSpPr>
        <p:grpSpPr>
          <a:xfrm>
            <a:off x="365760" y="1478833"/>
            <a:ext cx="2759354" cy="2651760"/>
            <a:chOff x="365760" y="1478833"/>
            <a:chExt cx="2759354" cy="2651760"/>
          </a:xfrm>
        </p:grpSpPr>
        <p:sp>
          <p:nvSpPr>
            <p:cNvPr id="6" name="{{ITEM_NUMBER}}"/>
            <p:cNvSpPr txBox="1"/>
            <p:nvPr/>
          </p:nvSpPr>
          <p:spPr>
            <a:xfrm>
              <a:off x="365760" y="1478833"/>
              <a:ext cx="26212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800" b="1" i="0" dirty="0">
                  <a:solidFill>
                    <a:srgbClr val="F26622"/>
                  </a:solidFill>
                  <a:latin typeface="Arial"/>
                </a:rPr>
                <a:t>ANGLE 1</a:t>
              </a:r>
            </a:p>
          </p:txBody>
        </p:sp>
        <p:sp>
          <p:nvSpPr>
            <p:cNvPr id="7" name="{{ITEM_TITLE}}"/>
            <p:cNvSpPr txBox="1"/>
            <p:nvPr/>
          </p:nvSpPr>
          <p:spPr>
            <a:xfrm>
              <a:off x="365760" y="1753153"/>
              <a:ext cx="262128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800" b="1" i="0" dirty="0">
                  <a:solidFill>
                    <a:srgbClr val="14163C"/>
                  </a:solidFill>
                  <a:latin typeface="Arial"/>
                </a:rPr>
                <a:t>Column heading</a:t>
              </a:r>
            </a:p>
          </p:txBody>
        </p:sp>
        <p:sp>
          <p:nvSpPr>
            <p:cNvPr id="8" name="{{ITEM_TEXT}}"/>
            <p:cNvSpPr txBox="1"/>
            <p:nvPr/>
          </p:nvSpPr>
          <p:spPr>
            <a:xfrm>
              <a:off x="365760" y="2347513"/>
              <a:ext cx="2621280" cy="17235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dirty="0">
                  <a:solidFill>
                    <a:srgbClr val="14163C"/>
                  </a:solidFill>
                  <a:latin typeface="Arial"/>
                </a:rPr>
                <a:t>First paragraph providing context and the analytical framing of this angle.</a:t>
              </a:r>
            </a:p>
            <a:p>
              <a:pPr algn="l"/>
              <a:endParaRPr sz="1400" b="0" i="0" dirty="0">
                <a:solidFill>
                  <a:srgbClr val="14163C"/>
                </a:solidFill>
                <a:latin typeface="Arial"/>
              </a:endParaRPr>
            </a:p>
            <a:p>
              <a:pPr algn="l"/>
              <a:r>
                <a:rPr sz="1400" b="0" i="0" dirty="0">
                  <a:solidFill>
                    <a:srgbClr val="14163C"/>
                  </a:solidFill>
                  <a:latin typeface="Arial"/>
                </a:rPr>
                <a:t>Second paragraph drilling into the specific findings and their implications for the recommendation.</a:t>
              </a:r>
            </a:p>
          </p:txBody>
        </p:sp>
        <p:sp>
          <p:nvSpPr>
            <p:cNvPr id="9" name="sep"/>
            <p:cNvSpPr/>
            <p:nvPr/>
          </p:nvSpPr>
          <p:spPr>
            <a:xfrm>
              <a:off x="3123286" y="1570273"/>
              <a:ext cx="1828" cy="2560320"/>
            </a:xfrm>
            <a:prstGeom prst="rect">
              <a:avLst/>
            </a:prstGeom>
            <a:solidFill>
              <a:srgbClr val="E8E9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/>
            </a:p>
          </p:txBody>
        </p:sp>
      </p:grpSp>
      <p:sp>
        <p:nvSpPr>
          <p:cNvPr id="11" name="{{TITLE}}">
            <a:extLst>
              <a:ext uri="{FF2B5EF4-FFF2-40B4-BE49-F238E27FC236}">
                <a16:creationId xmlns:a16="http://schemas.microsoft.com/office/drawing/2014/main" id="{9713E901-5BBF-AA07-5EF5-70C4512A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ote_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keaway_bar"/>
          <p:cNvSpPr/>
          <p:nvPr/>
        </p:nvSpPr>
        <p:spPr>
          <a:xfrm>
            <a:off x="365760" y="1207008"/>
            <a:ext cx="109728" cy="365760"/>
          </a:xfrm>
          <a:prstGeom prst="rect">
            <a:avLst/>
          </a:prstGeom>
          <a:solidFill>
            <a:srgbClr val="F26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{{TAKEAWAY}}"/>
          <p:cNvSpPr txBox="1"/>
          <p:nvPr/>
        </p:nvSpPr>
        <p:spPr>
          <a:xfrm>
            <a:off x="594360" y="1251388"/>
            <a:ext cx="8183879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dirty="0">
                <a:solidFill>
                  <a:srgbClr val="14163C"/>
                </a:solidFill>
                <a:latin typeface="Arial"/>
              </a:rPr>
              <a:t>One-line takeaway distilling the quote's strategic insight</a:t>
            </a:r>
          </a:p>
        </p:txBody>
      </p:sp>
      <p:sp>
        <p:nvSpPr>
          <p:cNvPr id="7" name="{{SOURCE}}"/>
          <p:cNvSpPr txBox="1"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A4D6B"/>
                </a:solidFill>
                <a:latin typeface="Arial"/>
              </a:rPr>
              <a:t>Source: AOSIS analysis</a:t>
            </a:r>
          </a:p>
        </p:txBody>
      </p:sp>
      <p:sp>
        <p:nvSpPr>
          <p:cNvPr id="8" name="quote_bar"/>
          <p:cNvSpPr/>
          <p:nvPr/>
        </p:nvSpPr>
        <p:spPr>
          <a:xfrm>
            <a:off x="365760" y="1874520"/>
            <a:ext cx="109728" cy="2377440"/>
          </a:xfrm>
          <a:prstGeom prst="rect">
            <a:avLst/>
          </a:prstGeom>
          <a:solidFill>
            <a:srgbClr val="F26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{{QUOTE_TEXT}}"/>
          <p:cNvSpPr txBox="1"/>
          <p:nvPr/>
        </p:nvSpPr>
        <p:spPr>
          <a:xfrm>
            <a:off x="731520" y="2057400"/>
            <a:ext cx="80467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1" dirty="0">
                <a:solidFill>
                  <a:srgbClr val="14163C"/>
                </a:solidFill>
                <a:latin typeface="Arial"/>
              </a:rPr>
              <a:t>“The single sentence that captures the client's strategic stance — bold, declarative, in their own voice.”</a:t>
            </a:r>
          </a:p>
        </p:txBody>
      </p:sp>
      <p:sp>
        <p:nvSpPr>
          <p:cNvPr id="10" name="{{QUOTE_ATTRIBUTION}}"/>
          <p:cNvSpPr txBox="1"/>
          <p:nvPr/>
        </p:nvSpPr>
        <p:spPr>
          <a:xfrm>
            <a:off x="731520" y="3794760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F26622"/>
                </a:solidFill>
                <a:latin typeface="Arial"/>
              </a:rPr>
              <a:t>— STAKEHOLDER NAME, ROLE</a:t>
            </a:r>
          </a:p>
        </p:txBody>
      </p:sp>
      <p:sp>
        <p:nvSpPr>
          <p:cNvPr id="12" name="{{TITLE}}">
            <a:extLst>
              <a:ext uri="{FF2B5EF4-FFF2-40B4-BE49-F238E27FC236}">
                <a16:creationId xmlns:a16="http://schemas.microsoft.com/office/drawing/2014/main" id="{F050840C-F2BC-EA05-C365-F1363E180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trix_2x2_sty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{{SOURCE}}"/>
          <p:cNvSpPr txBox="1"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4A4D6B"/>
                </a:solidFill>
                <a:latin typeface="Arial"/>
              </a:rPr>
              <a:t>Source: AOSIS analysis</a:t>
            </a:r>
          </a:p>
        </p:txBody>
      </p:sp>
      <p:sp>
        <p:nvSpPr>
          <p:cNvPr id="6" name="quad_top_left_bg"/>
          <p:cNvSpPr/>
          <p:nvPr/>
        </p:nvSpPr>
        <p:spPr>
          <a:xfrm>
            <a:off x="1002547" y="1420653"/>
            <a:ext cx="3839095" cy="1489510"/>
          </a:xfrm>
          <a:prstGeom prst="rect">
            <a:avLst/>
          </a:prstGeom>
          <a:solidFill>
            <a:srgbClr val="FAFAF7"/>
          </a:solidFill>
          <a:ln w="6350">
            <a:solidFill>
              <a:srgbClr val="E8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{{QUAD_TOP_LEFT_TITLE}}"/>
          <p:cNvSpPr txBox="1"/>
          <p:nvPr/>
        </p:nvSpPr>
        <p:spPr>
          <a:xfrm>
            <a:off x="1282701" y="1579402"/>
            <a:ext cx="338327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4163C"/>
                </a:solidFill>
                <a:latin typeface="Arial"/>
              </a:rPr>
              <a:t>Quick wins</a:t>
            </a:r>
          </a:p>
        </p:txBody>
      </p:sp>
      <p:sp>
        <p:nvSpPr>
          <p:cNvPr id="8" name="{{QUAD_TOP_LEFT_BULLETS}}"/>
          <p:cNvSpPr txBox="1"/>
          <p:nvPr/>
        </p:nvSpPr>
        <p:spPr>
          <a:xfrm>
            <a:off x="1282701" y="1967338"/>
            <a:ext cx="3383279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4163C"/>
                </a:solidFill>
                <a:latin typeface="Arial"/>
              </a:rPr>
              <a:t>• Item one</a:t>
            </a:r>
          </a:p>
          <a:p>
            <a:pPr algn="l"/>
            <a:r>
              <a:rPr sz="1400" b="0" i="0" dirty="0">
                <a:solidFill>
                  <a:srgbClr val="14163C"/>
                </a:solidFill>
                <a:latin typeface="Arial"/>
              </a:rPr>
              <a:t>• Item two</a:t>
            </a:r>
          </a:p>
        </p:txBody>
      </p:sp>
      <p:sp>
        <p:nvSpPr>
          <p:cNvPr id="9" name="quad_top_right_bg"/>
          <p:cNvSpPr/>
          <p:nvPr/>
        </p:nvSpPr>
        <p:spPr>
          <a:xfrm>
            <a:off x="4841643" y="1430802"/>
            <a:ext cx="3831877" cy="1489510"/>
          </a:xfrm>
          <a:prstGeom prst="rect">
            <a:avLst/>
          </a:prstGeom>
          <a:solidFill>
            <a:srgbClr val="F26622"/>
          </a:solidFill>
          <a:ln w="6350">
            <a:solidFill>
              <a:srgbClr val="E8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{{QUAD_TOP_RIGHT_TITLE}}"/>
          <p:cNvSpPr txBox="1"/>
          <p:nvPr/>
        </p:nvSpPr>
        <p:spPr>
          <a:xfrm>
            <a:off x="5031740" y="1579401"/>
            <a:ext cx="338327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Arial"/>
              </a:rPr>
              <a:t>Strategic priority</a:t>
            </a:r>
          </a:p>
        </p:txBody>
      </p:sp>
      <p:sp>
        <p:nvSpPr>
          <p:cNvPr id="11" name="{{QUAD_TOP_RIGHT_BULLETS}}"/>
          <p:cNvSpPr txBox="1"/>
          <p:nvPr/>
        </p:nvSpPr>
        <p:spPr>
          <a:xfrm>
            <a:off x="5031739" y="1967337"/>
            <a:ext cx="3383279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Arial"/>
              </a:rPr>
              <a:t>• Item one</a:t>
            </a:r>
          </a:p>
          <a:p>
            <a:pPr algn="l"/>
            <a:r>
              <a:rPr sz="1400" b="0" i="0" dirty="0">
                <a:solidFill>
                  <a:srgbClr val="FFFFFF"/>
                </a:solidFill>
                <a:latin typeface="Arial"/>
              </a:rPr>
              <a:t>• Item two</a:t>
            </a:r>
          </a:p>
        </p:txBody>
      </p:sp>
      <p:sp>
        <p:nvSpPr>
          <p:cNvPr id="12" name="quad_bottom_left_bg"/>
          <p:cNvSpPr/>
          <p:nvPr/>
        </p:nvSpPr>
        <p:spPr>
          <a:xfrm>
            <a:off x="1009765" y="2903991"/>
            <a:ext cx="3831878" cy="1489510"/>
          </a:xfrm>
          <a:prstGeom prst="rect">
            <a:avLst/>
          </a:prstGeom>
          <a:solidFill>
            <a:srgbClr val="211948"/>
          </a:solidFill>
          <a:ln w="6350">
            <a:solidFill>
              <a:srgbClr val="E8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{{QUAD_BOTTOM_LEFT_TITLE}}"/>
          <p:cNvSpPr txBox="1"/>
          <p:nvPr/>
        </p:nvSpPr>
        <p:spPr>
          <a:xfrm>
            <a:off x="1282701" y="3047323"/>
            <a:ext cx="338327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chemeClr val="bg1"/>
                </a:solidFill>
                <a:latin typeface="Arial"/>
              </a:rPr>
              <a:t>Hygiene</a:t>
            </a:r>
          </a:p>
        </p:txBody>
      </p:sp>
      <p:sp>
        <p:nvSpPr>
          <p:cNvPr id="14" name="{{QUAD_BOTTOM_LEFT_BULLETS}}"/>
          <p:cNvSpPr txBox="1"/>
          <p:nvPr/>
        </p:nvSpPr>
        <p:spPr>
          <a:xfrm>
            <a:off x="1282701" y="3458803"/>
            <a:ext cx="3383279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Arial"/>
              </a:rPr>
              <a:t>• Item one</a:t>
            </a:r>
          </a:p>
          <a:p>
            <a:pPr algn="l"/>
            <a:r>
              <a:rPr sz="1400" b="0" i="0" dirty="0">
                <a:solidFill>
                  <a:schemeClr val="bg1"/>
                </a:solidFill>
                <a:latin typeface="Arial"/>
              </a:rPr>
              <a:t>• Item two</a:t>
            </a:r>
          </a:p>
        </p:txBody>
      </p:sp>
      <p:sp>
        <p:nvSpPr>
          <p:cNvPr id="15" name="quad_bottom_right_bg"/>
          <p:cNvSpPr/>
          <p:nvPr/>
        </p:nvSpPr>
        <p:spPr>
          <a:xfrm>
            <a:off x="4848861" y="2910163"/>
            <a:ext cx="3831878" cy="1489510"/>
          </a:xfrm>
          <a:prstGeom prst="rect">
            <a:avLst/>
          </a:prstGeom>
          <a:solidFill>
            <a:srgbClr val="FAFAF7"/>
          </a:solidFill>
          <a:ln w="6350">
            <a:solidFill>
              <a:srgbClr val="E8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{{QUAD_BOTTOM_RIGHT_TITLE}}"/>
          <p:cNvSpPr txBox="1"/>
          <p:nvPr/>
        </p:nvSpPr>
        <p:spPr>
          <a:xfrm>
            <a:off x="5031740" y="3047323"/>
            <a:ext cx="338327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14163C"/>
                </a:solidFill>
                <a:latin typeface="Arial"/>
              </a:rPr>
              <a:t>Deprioritise</a:t>
            </a:r>
            <a:endParaRPr sz="1800" b="1" i="0" dirty="0">
              <a:solidFill>
                <a:srgbClr val="14163C"/>
              </a:solidFill>
              <a:latin typeface="Arial"/>
            </a:endParaRPr>
          </a:p>
        </p:txBody>
      </p:sp>
      <p:sp>
        <p:nvSpPr>
          <p:cNvPr id="17" name="{{QUAD_BOTTOM_RIGHT_BULLETS}}"/>
          <p:cNvSpPr txBox="1"/>
          <p:nvPr/>
        </p:nvSpPr>
        <p:spPr>
          <a:xfrm>
            <a:off x="5031740" y="3458803"/>
            <a:ext cx="3383279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4163C"/>
                </a:solidFill>
                <a:latin typeface="Arial"/>
              </a:rPr>
              <a:t>• Item one</a:t>
            </a:r>
          </a:p>
          <a:p>
            <a:pPr algn="l"/>
            <a:r>
              <a:rPr sz="1400" b="0" i="0" dirty="0">
                <a:solidFill>
                  <a:srgbClr val="14163C"/>
                </a:solidFill>
                <a:latin typeface="Arial"/>
              </a:rPr>
              <a:t>• Item two</a:t>
            </a:r>
          </a:p>
        </p:txBody>
      </p:sp>
      <p:sp>
        <p:nvSpPr>
          <p:cNvPr id="18" name="{{Y_AXIS_LABEL}}"/>
          <p:cNvSpPr txBox="1"/>
          <p:nvPr/>
        </p:nvSpPr>
        <p:spPr>
          <a:xfrm>
            <a:off x="276861" y="2848651"/>
            <a:ext cx="6697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 dirty="0">
                <a:solidFill>
                  <a:srgbClr val="14163C"/>
                </a:solidFill>
                <a:latin typeface="Arial"/>
              </a:rPr>
              <a:t>Impact</a:t>
            </a:r>
          </a:p>
        </p:txBody>
      </p:sp>
      <p:sp>
        <p:nvSpPr>
          <p:cNvPr id="19" name="{{Y_HIGH}}"/>
          <p:cNvSpPr txBox="1"/>
          <p:nvPr/>
        </p:nvSpPr>
        <p:spPr>
          <a:xfrm>
            <a:off x="453546" y="1425992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4A4D6B"/>
                </a:solidFill>
                <a:latin typeface="Arial"/>
              </a:rPr>
              <a:t>High</a:t>
            </a:r>
          </a:p>
        </p:txBody>
      </p:sp>
      <p:sp>
        <p:nvSpPr>
          <p:cNvPr id="20" name="{{Y_LOW}}"/>
          <p:cNvSpPr txBox="1"/>
          <p:nvPr/>
        </p:nvSpPr>
        <p:spPr>
          <a:xfrm>
            <a:off x="453546" y="4239613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4A4D6B"/>
                </a:solidFill>
                <a:latin typeface="Arial"/>
              </a:rPr>
              <a:t>Low</a:t>
            </a:r>
          </a:p>
        </p:txBody>
      </p:sp>
      <p:sp>
        <p:nvSpPr>
          <p:cNvPr id="21" name="{{X_AXIS_LABEL}}"/>
          <p:cNvSpPr txBox="1"/>
          <p:nvPr/>
        </p:nvSpPr>
        <p:spPr>
          <a:xfrm>
            <a:off x="1099820" y="4455914"/>
            <a:ext cx="749807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14163C"/>
                </a:solidFill>
                <a:latin typeface="Arial"/>
              </a:rPr>
              <a:t>Effort</a:t>
            </a:r>
          </a:p>
        </p:txBody>
      </p:sp>
      <p:sp>
        <p:nvSpPr>
          <p:cNvPr id="23" name="{{TITLE}}">
            <a:extLst>
              <a:ext uri="{FF2B5EF4-FFF2-40B4-BE49-F238E27FC236}">
                <a16:creationId xmlns:a16="http://schemas.microsoft.com/office/drawing/2014/main" id="{B6C6D0BC-4DC3-8A9C-B634-3FA39E681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ing_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{{IMAGE}}">
            <a:extLst>
              <a:ext uri="{FF2B5EF4-FFF2-40B4-BE49-F238E27FC236}">
                <a16:creationId xmlns:a16="http://schemas.microsoft.com/office/drawing/2014/main" id="{3292AA36-0E5E-DDCE-7A31-22D2E420F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{{TITLE}}">
            <a:extLst>
              <a:ext uri="{FF2B5EF4-FFF2-40B4-BE49-F238E27FC236}">
                <a16:creationId xmlns:a16="http://schemas.microsoft.com/office/drawing/2014/main" id="{D666551F-6644-05E2-45BE-50601ECD2E04}"/>
              </a:ext>
            </a:extLst>
          </p:cNvPr>
          <p:cNvSpPr txBox="1"/>
          <p:nvPr/>
        </p:nvSpPr>
        <p:spPr>
          <a:xfrm>
            <a:off x="460857" y="1120977"/>
            <a:ext cx="3392007" cy="1303904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6000" b="1" dirty="0">
                <a:solidFill>
                  <a:srgbClr val="FFFFFF"/>
                </a:solidFill>
              </a:rPr>
              <a:t>MERCI</a:t>
            </a:r>
          </a:p>
        </p:txBody>
      </p:sp>
      <p:sp>
        <p:nvSpPr>
          <p:cNvPr id="13" name="{{QUESTION}}">
            <a:extLst>
              <a:ext uri="{FF2B5EF4-FFF2-40B4-BE49-F238E27FC236}">
                <a16:creationId xmlns:a16="http://schemas.microsoft.com/office/drawing/2014/main" id="{7704EA41-1D5C-1618-DC5B-8B9001A610EF}"/>
              </a:ext>
            </a:extLst>
          </p:cNvPr>
          <p:cNvSpPr txBox="1"/>
          <p:nvPr/>
        </p:nvSpPr>
        <p:spPr>
          <a:xfrm>
            <a:off x="526694" y="2061596"/>
            <a:ext cx="3686861" cy="383154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dirty="0">
                <a:solidFill>
                  <a:srgbClr val="FFFFFF"/>
                </a:solidFill>
              </a:rPr>
              <a:t>Des questions ?</a:t>
            </a:r>
          </a:p>
        </p:txBody>
      </p:sp>
      <p:sp>
        <p:nvSpPr>
          <p:cNvPr id="14" name="{{AUTHOR_NAME}}">
            <a:extLst>
              <a:ext uri="{FF2B5EF4-FFF2-40B4-BE49-F238E27FC236}">
                <a16:creationId xmlns:a16="http://schemas.microsoft.com/office/drawing/2014/main" id="{136C0DFC-CAEC-318D-652F-DD2FD528BBA0}"/>
              </a:ext>
            </a:extLst>
          </p:cNvPr>
          <p:cNvSpPr txBox="1"/>
          <p:nvPr/>
        </p:nvSpPr>
        <p:spPr>
          <a:xfrm>
            <a:off x="464110" y="3861538"/>
            <a:ext cx="33887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FFFFFF"/>
                </a:solidFill>
              </a:rPr>
              <a:t>Florian Horellou</a:t>
            </a:r>
            <a:endParaRPr lang="fr-FR" sz="1400" dirty="0"/>
          </a:p>
        </p:txBody>
      </p:sp>
      <p:sp>
        <p:nvSpPr>
          <p:cNvPr id="15" name="{{AUTHOR_EMAIL}}">
            <a:extLst>
              <a:ext uri="{FF2B5EF4-FFF2-40B4-BE49-F238E27FC236}">
                <a16:creationId xmlns:a16="http://schemas.microsoft.com/office/drawing/2014/main" id="{801378EA-149C-C2AB-F361-3B520EBCF737}"/>
              </a:ext>
            </a:extLst>
          </p:cNvPr>
          <p:cNvSpPr txBox="1"/>
          <p:nvPr/>
        </p:nvSpPr>
        <p:spPr>
          <a:xfrm>
            <a:off x="460857" y="4104223"/>
            <a:ext cx="33887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FFFFFF"/>
                </a:solidFill>
              </a:rPr>
              <a:t>florian.horellou@aosis.net</a:t>
            </a:r>
            <a:endParaRPr lang="fr-FR" sz="1400" dirty="0"/>
          </a:p>
        </p:txBody>
      </p:sp>
      <p:sp>
        <p:nvSpPr>
          <p:cNvPr id="16" name="{{AUTHOR_PHONE}}">
            <a:extLst>
              <a:ext uri="{FF2B5EF4-FFF2-40B4-BE49-F238E27FC236}">
                <a16:creationId xmlns:a16="http://schemas.microsoft.com/office/drawing/2014/main" id="{CB1A02BB-854E-CFD8-EB6D-432689268054}"/>
              </a:ext>
            </a:extLst>
          </p:cNvPr>
          <p:cNvSpPr txBox="1"/>
          <p:nvPr/>
        </p:nvSpPr>
        <p:spPr>
          <a:xfrm>
            <a:off x="460857" y="4362217"/>
            <a:ext cx="33887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FFFFFF"/>
                </a:solidFill>
              </a:rPr>
              <a:t>+33 6 36 26 17 47</a:t>
            </a:r>
            <a:endParaRPr lang="fr-FR" sz="1400" dirty="0"/>
          </a:p>
        </p:txBody>
      </p:sp>
      <p:sp>
        <p:nvSpPr>
          <p:cNvPr id="17" name="website">
            <a:extLst>
              <a:ext uri="{FF2B5EF4-FFF2-40B4-BE49-F238E27FC236}">
                <a16:creationId xmlns:a16="http://schemas.microsoft.com/office/drawing/2014/main" id="{4B9434C3-4B3D-872D-18FE-51C971375358}"/>
              </a:ext>
            </a:extLst>
          </p:cNvPr>
          <p:cNvSpPr txBox="1"/>
          <p:nvPr/>
        </p:nvSpPr>
        <p:spPr>
          <a:xfrm>
            <a:off x="460857" y="4620211"/>
            <a:ext cx="33887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FFFFFF"/>
                </a:solidFill>
              </a:rPr>
              <a:t>www.aosis.net</a:t>
            </a:r>
            <a:endParaRPr lang="fr-FR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inal_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9568016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ta_table">
    <p:spTree>
      <p:nvGrpSpPr>
        <p:cNvPr id="1" name=""/>
        <p:cNvGrpSpPr/>
        <p:nvPr/>
      </p:nvGrpSpPr>
      <p:grpSpPr/>
      <p:sp>
        <p:nvSpPr>
          <p:cNvPr id="2" name="{{TITLE}}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{{SOURCE}}"/>
          <p:cNvSpPr txBox="1"/>
          <p:nvPr/>
        </p:nvSpPr>
        <p:spPr>
          <a:xfrm>
            <a:off x="365760" y="4663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4A4D6B"/>
                </a:solidFill>
                <a:latin typeface="Arial"/>
              </a:rPr>
              <a:t>Source : 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OSIS Brand">
  <a:themeElements>
    <a:clrScheme name="AOSIS">
      <a:dk1>
        <a:srgbClr val="14163C"/>
      </a:dk1>
      <a:lt1>
        <a:srgbClr val="FAFAF7"/>
      </a:lt1>
      <a:dk2>
        <a:srgbClr val="4A4D6B"/>
      </a:dk2>
      <a:lt2>
        <a:srgbClr val="E8E9F2"/>
      </a:lt2>
      <a:accent1>
        <a:srgbClr val="F26622"/>
      </a:accent1>
      <a:accent2>
        <a:srgbClr val="1E2261"/>
      </a:accent2>
      <a:accent3>
        <a:srgbClr val="C2491A"/>
      </a:accent3>
      <a:accent4>
        <a:srgbClr val="F9B233"/>
      </a:accent4>
      <a:accent5>
        <a:srgbClr val="7CB342"/>
      </a:accent5>
      <a:accent6>
        <a:srgbClr val="E63946"/>
      </a:accent6>
      <a:hlink>
        <a:srgbClr val="F26622"/>
      </a:hlink>
      <a:folHlink>
        <a:srgbClr val="C2491A"/>
      </a:folHlink>
    </a:clrScheme>
    <a:fontScheme name="AOS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OSIS template.potx" id="{088246C4-668E-4C19-AAF9-CFDBFFC52D0B}" vid="{D45F4448-C810-4CE9-9FFF-7CC9B9C71356}"/>
    </a:ext>
  </a:extLst>
</a:theme>
</file>

<file path=ppt/theme/theme2.xml><?xml version="1.0" encoding="utf-8"?>
<a:theme xmlns:a="http://schemas.openxmlformats.org/drawingml/2006/main" name="AOSIS Brand">
  <a:themeElements>
    <a:clrScheme name="AOSIS">
      <a:dk1>
        <a:srgbClr val="14163C"/>
      </a:dk1>
      <a:lt1>
        <a:srgbClr val="FAFAF7"/>
      </a:lt1>
      <a:dk2>
        <a:srgbClr val="4A4D6B"/>
      </a:dk2>
      <a:lt2>
        <a:srgbClr val="E8E9F2"/>
      </a:lt2>
      <a:accent1>
        <a:srgbClr val="F26622"/>
      </a:accent1>
      <a:accent2>
        <a:srgbClr val="1E2261"/>
      </a:accent2>
      <a:accent3>
        <a:srgbClr val="C2491A"/>
      </a:accent3>
      <a:accent4>
        <a:srgbClr val="F9B233"/>
      </a:accent4>
      <a:accent5>
        <a:srgbClr val="7CB342"/>
      </a:accent5>
      <a:accent6>
        <a:srgbClr val="E63946"/>
      </a:accent6>
      <a:hlink>
        <a:srgbClr val="F26622"/>
      </a:hlink>
      <a:folHlink>
        <a:srgbClr val="C2491A"/>
      </a:folHlink>
    </a:clrScheme>
    <a:fontScheme name="AOS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OSIS template.potx" id="{088246C4-668E-4C19-AAF9-CFDBFFC52D0B}" vid="{D45F4448-C810-4CE9-9FFF-7CC9B9C71356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73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20460AD-C1D7-41D0-92F3-92201A323295}">
  <we:reference id="f5f369e5-aa35-49d7-ad7b-638152ddb008" version="1.0.0.1" store="EXCatalog" storeType="EXCatalog"/>
  <we:alternateReferences>
    <we:reference id="WA200010001" version="1.0.0.1" store="fr-FR" storeType="OMEX"/>
  </we:alternateReferences>
  <we:properties>
    <we:property name="claude.fileId" value="&quot;6e0ff7ae-9e78-4d81-a85e-1873415f1b57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C77DC22478E84B8D8B509D01EBF696" ma:contentTypeVersion="16" ma:contentTypeDescription="Crée un document." ma:contentTypeScope="" ma:versionID="ed62d09b154854cc2f749f1e5fd19018">
  <xsd:schema xmlns:xsd="http://www.w3.org/2001/XMLSchema" xmlns:xs="http://www.w3.org/2001/XMLSchema" xmlns:p="http://schemas.microsoft.com/office/2006/metadata/properties" xmlns:ns2="0b7cf7c9-ef35-49a5-a21c-e917a189f1be" xmlns:ns3="96393ed5-c6cb-4cf4-833f-b1bec5563e67" targetNamespace="http://schemas.microsoft.com/office/2006/metadata/properties" ma:root="true" ma:fieldsID="6baaaae7548fc4d2c0069754be3576ec" ns2:_="" ns3:_="">
    <xsd:import namespace="0b7cf7c9-ef35-49a5-a21c-e917a189f1be"/>
    <xsd:import namespace="96393ed5-c6cb-4cf4-833f-b1bec5563e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7cf7c9-ef35-49a5-a21c-e917a189f1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alises d’images" ma:readOnly="false" ma:fieldId="{5cf76f15-5ced-4ddc-b409-7134ff3c332f}" ma:taxonomyMulti="true" ma:sspId="844b17a4-157e-496e-a736-2a2abb0958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393ed5-c6cb-4cf4-833f-b1bec5563e6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85d6163b-2754-4fcd-b782-2c6f00520c4c}" ma:internalName="TaxCatchAll" ma:showField="CatchAllData" ma:web="96393ed5-c6cb-4cf4-833f-b1bec5563e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96393ed5-c6cb-4cf4-833f-b1bec5563e67">
      <UserInfo>
        <DisplayName>Emilie Legeay</DisplayName>
        <AccountId>44</AccountId>
        <AccountType/>
      </UserInfo>
    </SharedWithUsers>
    <lcf76f155ced4ddcb4097134ff3c332f xmlns="0b7cf7c9-ef35-49a5-a21c-e917a189f1be">
      <Terms xmlns="http://schemas.microsoft.com/office/infopath/2007/PartnerControls"/>
    </lcf76f155ced4ddcb4097134ff3c332f>
    <TaxCatchAll xmlns="96393ed5-c6cb-4cf4-833f-b1bec5563e67" xsi:nil="true"/>
  </documentManagement>
</p:properties>
</file>

<file path=customXml/itemProps1.xml><?xml version="1.0" encoding="utf-8"?>
<ds:datastoreItem xmlns:ds="http://schemas.openxmlformats.org/officeDocument/2006/customXml" ds:itemID="{ECEBF120-E350-4C71-A1AC-4D5DE84DC42A}">
  <ds:schemaRefs>
    <ds:schemaRef ds:uri="0b7cf7c9-ef35-49a5-a21c-e917a189f1be"/>
    <ds:schemaRef ds:uri="96393ed5-c6cb-4cf4-833f-b1bec5563e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D3B95B9-343E-4D68-8CB2-7D1063C8DD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0361B0-ADBC-465E-A55E-84D6DBFCE31D}">
  <ds:schemaRefs>
    <ds:schemaRef ds:uri="0b7cf7c9-ef35-49a5-a21c-e917a189f1be"/>
    <ds:schemaRef ds:uri="96393ed5-c6cb-4cf4-833f-b1bec5563e6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1484</TotalTime>
  <Words>326</Words>
  <Application>Microsoft Office PowerPoint</Application>
  <PresentationFormat>Affichage à l'écran (16:9)</PresentationFormat>
  <Paragraphs>104</Paragraphs>
  <Slides>17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17</vt:i4>
      </vt:variant>
    </vt:vector>
  </HeadingPairs>
  <TitlesOfParts>
    <vt:vector size="24" baseType="lpstr">
      <vt:lpstr>Aptos</vt:lpstr>
      <vt:lpstr>Arial</vt:lpstr>
      <vt:lpstr>Arial Bold</vt:lpstr>
      <vt:lpstr>Calibri</vt:lpstr>
      <vt:lpstr>Gotham</vt:lpstr>
      <vt:lpstr>AOSIS Brand</vt:lpstr>
      <vt:lpstr>AOSIS Brand</vt:lpstr>
      <vt:lpstr>Présentation PowerPoint</vt:lpstr>
      <vt:lpstr>SOMMAIRE</vt:lpstr>
      <vt:lpstr>Présentation PowerPoint</vt:lpstr>
      <vt:lpstr>Title</vt:lpstr>
      <vt:lpstr>Title</vt:lpstr>
      <vt:lpstr>Title</vt:lpstr>
      <vt:lpstr>Title</vt:lpstr>
      <vt:lpstr>Title</vt:lpstr>
      <vt:lpstr>Title</vt:lpstr>
      <vt:lpstr>Title</vt:lpstr>
      <vt:lpstr>Title</vt:lpstr>
      <vt:lpstr>Title</vt:lpstr>
      <vt:lpstr>Title</vt:lpstr>
      <vt:lpstr>Title</vt:lpstr>
      <vt:lpstr>Title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MKT 145 Cybersécurité</dc:title>
  <dc:creator>Xavier Greco</dc:creator>
  <cp:lastModifiedBy>Florian  Horellou</cp:lastModifiedBy>
  <cp:revision>61</cp:revision>
  <cp:lastPrinted>2025-01-29T14:18:44Z</cp:lastPrinted>
  <dcterms:created xsi:type="dcterms:W3CDTF">2019-10-28T08:41:05Z</dcterms:created>
  <dcterms:modified xsi:type="dcterms:W3CDTF">2026-05-19T12:00:05Z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0x010100A2C77DC22478E84B8D8B509D01EBF696</vt:lpwstr>
  </property>
  <property fmtid="{D5CDD505-2E9C-101B-9397-08002B2CF9AE}" pid="3" name="MediaServiceImageTags">
    <vt:lpwstr/>
  </property>
</Properties>
</file>